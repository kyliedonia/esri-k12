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6799" r:id="rId66"/>
  </p:sldMasterIdLst>
  <p:notesMasterIdLst>
    <p:notesMasterId r:id="rId68"/>
  </p:notesMasterIdLst>
  <p:handoutMasterIdLst>
    <p:handoutMasterId r:id="rId69"/>
  </p:handoutMasterIdLst>
  <p:sldIdLst>
    <p:sldId id="617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0" userDrawn="1">
          <p15:clr>
            <a:srgbClr val="A4A3A4"/>
          </p15:clr>
        </p15:guide>
        <p15:guide id="2" orient="horz" pos="3888" userDrawn="1">
          <p15:clr>
            <a:srgbClr val="A4A3A4"/>
          </p15:clr>
        </p15:guide>
        <p15:guide id="3" pos="576" userDrawn="1">
          <p15:clr>
            <a:srgbClr val="A4A3A4"/>
          </p15:clr>
        </p15:guide>
        <p15:guide id="4" pos="7104" userDrawn="1">
          <p15:clr>
            <a:srgbClr val="A4A3A4"/>
          </p15:clr>
        </p15:guide>
        <p15:guide id="5" pos="431">
          <p15:clr>
            <a:srgbClr val="A4A3A4"/>
          </p15:clr>
        </p15:guide>
        <p15:guide id="6" pos="72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5C5178-4606-CD22-3F67-F8C03E0915FF}" name="Kitty Hurley" initials="KH" userId="S::kit12303@esri.com::e053c73e-06eb-4c62-868c-e85b9274d5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00"/>
    <a:srgbClr val="013F5C"/>
    <a:srgbClr val="0399C5"/>
    <a:srgbClr val="7FF5E4"/>
    <a:srgbClr val="01F5E4"/>
    <a:srgbClr val="013F65"/>
    <a:srgbClr val="0399CC"/>
    <a:srgbClr val="C9F2FF"/>
    <a:srgbClr val="01EDE4"/>
    <a:srgbClr val="039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0BFF0-70F6-41AB-9B27-565AA539A903}" v="23" dt="2026-06-11T20:16:48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7"/>
    <p:restoredTop sz="86429"/>
  </p:normalViewPr>
  <p:slideViewPr>
    <p:cSldViewPr snapToGrid="0">
      <p:cViewPr varScale="1">
        <p:scale>
          <a:sx n="87" d="100"/>
          <a:sy n="87" d="100"/>
        </p:scale>
        <p:origin x="1650" y="300"/>
      </p:cViewPr>
      <p:guideLst>
        <p:guide orient="horz" pos="430"/>
        <p:guide orient="horz" pos="3888"/>
        <p:guide pos="576"/>
        <p:guide pos="7104"/>
        <p:guide pos="431"/>
        <p:guide pos="72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customXml" Target="../customXml/item63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66" Type="http://schemas.openxmlformats.org/officeDocument/2006/relationships/slideMaster" Target="slideMasters/slideMaster1.xml"/><Relationship Id="rId74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61" Type="http://schemas.openxmlformats.org/officeDocument/2006/relationships/customXml" Target="../customXml/item61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56" Type="http://schemas.openxmlformats.org/officeDocument/2006/relationships/customXml" Target="../customXml/item56.xml"/><Relationship Id="rId64" Type="http://schemas.openxmlformats.org/officeDocument/2006/relationships/customXml" Target="../customXml/item64.xml"/><Relationship Id="rId69" Type="http://schemas.openxmlformats.org/officeDocument/2006/relationships/handoutMaster" Target="handoutMasters/handoutMaster1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customXml" Target="../customXml/item59.xml"/><Relationship Id="rId67" Type="http://schemas.openxmlformats.org/officeDocument/2006/relationships/slide" Target="slides/slide1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customXml" Target="../customXml/item54.xml"/><Relationship Id="rId62" Type="http://schemas.openxmlformats.org/officeDocument/2006/relationships/customXml" Target="../customXml/item62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customXml" Target="../customXml/item5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73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microsoft.com/office/2018/10/relationships/authors" Target="authors.xml"/><Relationship Id="rId7" Type="http://schemas.openxmlformats.org/officeDocument/2006/relationships/customXml" Target="../customXml/item7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ie Donia" userId="1f19d2f8-fac2-4833-acd0-944b6d7743dc" providerId="ADAL" clId="{F19EAE9D-8222-49BA-AFF5-E11BACB37F63}"/>
    <pc:docChg chg="undo redo custSel addSld delSld modSld addSection delSection modSection">
      <pc:chgData name="Kylie Donia" userId="1f19d2f8-fac2-4833-acd0-944b6d7743dc" providerId="ADAL" clId="{F19EAE9D-8222-49BA-AFF5-E11BACB37F63}" dt="2026-06-11T20:14:13.612" v="926" actId="1036"/>
      <pc:docMkLst>
        <pc:docMk/>
      </pc:docMkLst>
      <pc:sldChg chg="addSp delSp modSp add del mod">
        <pc:chgData name="Kylie Donia" userId="1f19d2f8-fac2-4833-acd0-944b6d7743dc" providerId="ADAL" clId="{F19EAE9D-8222-49BA-AFF5-E11BACB37F63}" dt="2026-06-11T20:14:13.612" v="926" actId="1036"/>
        <pc:sldMkLst>
          <pc:docMk/>
          <pc:sldMk cId="1250457175" sldId="617"/>
        </pc:sldMkLst>
        <pc:spChg chg="add mod">
          <ac:chgData name="Kylie Donia" userId="1f19d2f8-fac2-4833-acd0-944b6d7743dc" providerId="ADAL" clId="{F19EAE9D-8222-49BA-AFF5-E11BACB37F63}" dt="2026-06-11T00:10:57.858" v="28" actId="207"/>
          <ac:spMkLst>
            <pc:docMk/>
            <pc:sldMk cId="1250457175" sldId="617"/>
            <ac:spMk id="3" creationId="{78B5A2E8-E598-0AA1-2AD6-91EDCD163AFA}"/>
          </ac:spMkLst>
        </pc:spChg>
        <pc:spChg chg="add mod">
          <ac:chgData name="Kylie Donia" userId="1f19d2f8-fac2-4833-acd0-944b6d7743dc" providerId="ADAL" clId="{F19EAE9D-8222-49BA-AFF5-E11BACB37F63}" dt="2026-06-10T21:51:40.264" v="8"/>
          <ac:spMkLst>
            <pc:docMk/>
            <pc:sldMk cId="1250457175" sldId="617"/>
            <ac:spMk id="4" creationId="{8476CF14-0289-DEEF-DE99-ADA81C84686D}"/>
          </ac:spMkLst>
        </pc:spChg>
        <pc:spChg chg="add mod topLvl">
          <ac:chgData name="Kylie Donia" userId="1f19d2f8-fac2-4833-acd0-944b6d7743dc" providerId="ADAL" clId="{F19EAE9D-8222-49BA-AFF5-E11BACB37F63}" dt="2026-06-11T20:08:11.922" v="168" actId="12788"/>
          <ac:spMkLst>
            <pc:docMk/>
            <pc:sldMk cId="1250457175" sldId="617"/>
            <ac:spMk id="7" creationId="{343FAA7C-6407-0C40-4382-FD2FB1946903}"/>
          </ac:spMkLst>
        </pc:spChg>
        <pc:spChg chg="add mod topLvl">
          <ac:chgData name="Kylie Donia" userId="1f19d2f8-fac2-4833-acd0-944b6d7743dc" providerId="ADAL" clId="{F19EAE9D-8222-49BA-AFF5-E11BACB37F63}" dt="2026-06-11T20:11:30.151" v="404" actId="1076"/>
          <ac:spMkLst>
            <pc:docMk/>
            <pc:sldMk cId="1250457175" sldId="617"/>
            <ac:spMk id="8" creationId="{51696A66-C473-1D8E-D4F9-2140AB310DC1}"/>
          </ac:spMkLst>
        </pc:spChg>
        <pc:spChg chg="mod">
          <ac:chgData name="Kylie Donia" userId="1f19d2f8-fac2-4833-acd0-944b6d7743dc" providerId="ADAL" clId="{F19EAE9D-8222-49BA-AFF5-E11BACB37F63}" dt="2026-06-11T20:08:40.080" v="173" actId="12788"/>
          <ac:spMkLst>
            <pc:docMk/>
            <pc:sldMk cId="1250457175" sldId="617"/>
            <ac:spMk id="10" creationId="{7D6EFF76-D6B4-0CA2-5293-190BE86B6FD3}"/>
          </ac:spMkLst>
        </pc:spChg>
        <pc:spChg chg="add mod topLvl">
          <ac:chgData name="Kylie Donia" userId="1f19d2f8-fac2-4833-acd0-944b6d7743dc" providerId="ADAL" clId="{F19EAE9D-8222-49BA-AFF5-E11BACB37F63}" dt="2026-06-11T20:08:11.922" v="168" actId="12788"/>
          <ac:spMkLst>
            <pc:docMk/>
            <pc:sldMk cId="1250457175" sldId="617"/>
            <ac:spMk id="11" creationId="{DC4BD354-DEA0-7178-BD9C-16FE7872A187}"/>
          </ac:spMkLst>
        </pc:spChg>
        <pc:spChg chg="add mod topLvl">
          <ac:chgData name="Kylie Donia" userId="1f19d2f8-fac2-4833-acd0-944b6d7743dc" providerId="ADAL" clId="{F19EAE9D-8222-49BA-AFF5-E11BACB37F63}" dt="2026-06-11T20:10:02.737" v="177" actId="164"/>
          <ac:spMkLst>
            <pc:docMk/>
            <pc:sldMk cId="1250457175" sldId="617"/>
            <ac:spMk id="12" creationId="{32DF3CB3-7E0E-A5A8-5F65-E4DD8557EC0C}"/>
          </ac:spMkLst>
        </pc:spChg>
        <pc:spChg chg="mod">
          <ac:chgData name="Kylie Donia" userId="1f19d2f8-fac2-4833-acd0-944b6d7743dc" providerId="ADAL" clId="{F19EAE9D-8222-49BA-AFF5-E11BACB37F63}" dt="2026-06-11T20:08:40.080" v="173" actId="12788"/>
          <ac:spMkLst>
            <pc:docMk/>
            <pc:sldMk cId="1250457175" sldId="617"/>
            <ac:spMk id="13" creationId="{D013325B-D04F-9DE1-ADA6-470B6826CC56}"/>
          </ac:spMkLst>
        </pc:spChg>
        <pc:spChg chg="add mod topLvl">
          <ac:chgData name="Kylie Donia" userId="1f19d2f8-fac2-4833-acd0-944b6d7743dc" providerId="ADAL" clId="{F19EAE9D-8222-49BA-AFF5-E11BACB37F63}" dt="2026-06-11T20:10:10.475" v="178" actId="164"/>
          <ac:spMkLst>
            <pc:docMk/>
            <pc:sldMk cId="1250457175" sldId="617"/>
            <ac:spMk id="14" creationId="{EFABE9C5-737C-459C-3CF2-457BDA6A4874}"/>
          </ac:spMkLst>
        </pc:spChg>
        <pc:spChg chg="add mod topLvl">
          <ac:chgData name="Kylie Donia" userId="1f19d2f8-fac2-4833-acd0-944b6d7743dc" providerId="ADAL" clId="{F19EAE9D-8222-49BA-AFF5-E11BACB37F63}" dt="2026-06-11T20:10:10.475" v="178" actId="164"/>
          <ac:spMkLst>
            <pc:docMk/>
            <pc:sldMk cId="1250457175" sldId="617"/>
            <ac:spMk id="15" creationId="{2620C817-F742-299E-BF3D-1B7358F5AC20}"/>
          </ac:spMkLst>
        </pc:spChg>
        <pc:spChg chg="add mod">
          <ac:chgData name="Kylie Donia" userId="1f19d2f8-fac2-4833-acd0-944b6d7743dc" providerId="ADAL" clId="{F19EAE9D-8222-49BA-AFF5-E11BACB37F63}" dt="2026-06-11T20:03:29.047" v="123" actId="1035"/>
          <ac:spMkLst>
            <pc:docMk/>
            <pc:sldMk cId="1250457175" sldId="617"/>
            <ac:spMk id="16" creationId="{50A00076-2D62-C2E6-0327-2337629B167B}"/>
          </ac:spMkLst>
        </pc:spChg>
        <pc:spChg chg="add mod topLvl">
          <ac:chgData name="Kylie Donia" userId="1f19d2f8-fac2-4833-acd0-944b6d7743dc" providerId="ADAL" clId="{F19EAE9D-8222-49BA-AFF5-E11BACB37F63}" dt="2026-06-11T20:10:10.475" v="178" actId="164"/>
          <ac:spMkLst>
            <pc:docMk/>
            <pc:sldMk cId="1250457175" sldId="617"/>
            <ac:spMk id="18" creationId="{51891EDA-30CE-1FE2-3F67-8559E5D433EA}"/>
          </ac:spMkLst>
        </pc:spChg>
        <pc:spChg chg="add mod topLvl">
          <ac:chgData name="Kylie Donia" userId="1f19d2f8-fac2-4833-acd0-944b6d7743dc" providerId="ADAL" clId="{F19EAE9D-8222-49BA-AFF5-E11BACB37F63}" dt="2026-06-11T20:05:39.371" v="139" actId="165"/>
          <ac:spMkLst>
            <pc:docMk/>
            <pc:sldMk cId="1250457175" sldId="617"/>
            <ac:spMk id="22" creationId="{1286F693-6C3A-0083-7C7F-E0DFD809E46C}"/>
          </ac:spMkLst>
        </pc:spChg>
        <pc:spChg chg="add mod topLvl">
          <ac:chgData name="Kylie Donia" userId="1f19d2f8-fac2-4833-acd0-944b6d7743dc" providerId="ADAL" clId="{F19EAE9D-8222-49BA-AFF5-E11BACB37F63}" dt="2026-06-11T20:13:28.641" v="722" actId="1035"/>
          <ac:spMkLst>
            <pc:docMk/>
            <pc:sldMk cId="1250457175" sldId="617"/>
            <ac:spMk id="23" creationId="{1E09B4F2-3D11-48C5-17A4-A9992DCA0399}"/>
          </ac:spMkLst>
        </pc:spChg>
        <pc:spChg chg="add del">
          <ac:chgData name="Kylie Donia" userId="1f19d2f8-fac2-4833-acd0-944b6d7743dc" providerId="ADAL" clId="{F19EAE9D-8222-49BA-AFF5-E11BACB37F63}" dt="2026-06-10T21:57:05.111" v="21" actId="22"/>
          <ac:spMkLst>
            <pc:docMk/>
            <pc:sldMk cId="1250457175" sldId="617"/>
            <ac:spMk id="25" creationId="{4893CF4C-7B2B-B9B9-238D-21F36D6BE8AF}"/>
          </ac:spMkLst>
        </pc:spChg>
        <pc:spChg chg="del">
          <ac:chgData name="Kylie Donia" userId="1f19d2f8-fac2-4833-acd0-944b6d7743dc" providerId="ADAL" clId="{F19EAE9D-8222-49BA-AFF5-E11BACB37F63}" dt="2026-06-10T21:51:48.997" v="9" actId="478"/>
          <ac:spMkLst>
            <pc:docMk/>
            <pc:sldMk cId="1250457175" sldId="617"/>
            <ac:spMk id="39" creationId="{F8569ED7-AFC5-763F-6085-FD68128BE33E}"/>
          </ac:spMkLst>
        </pc:spChg>
        <pc:spChg chg="del">
          <ac:chgData name="Kylie Donia" userId="1f19d2f8-fac2-4833-acd0-944b6d7743dc" providerId="ADAL" clId="{F19EAE9D-8222-49BA-AFF5-E11BACB37F63}" dt="2026-06-10T21:51:51.138" v="10" actId="478"/>
          <ac:spMkLst>
            <pc:docMk/>
            <pc:sldMk cId="1250457175" sldId="617"/>
            <ac:spMk id="40" creationId="{CC4385D5-6FB6-F4D6-A766-CEDBA7F7CCAF}"/>
          </ac:spMkLst>
        </pc:spChg>
        <pc:spChg chg="del">
          <ac:chgData name="Kylie Donia" userId="1f19d2f8-fac2-4833-acd0-944b6d7743dc" providerId="ADAL" clId="{F19EAE9D-8222-49BA-AFF5-E11BACB37F63}" dt="2026-06-10T21:51:53.420" v="11" actId="478"/>
          <ac:spMkLst>
            <pc:docMk/>
            <pc:sldMk cId="1250457175" sldId="617"/>
            <ac:spMk id="41" creationId="{5FD57128-A486-9859-896D-0436EFF969E4}"/>
          </ac:spMkLst>
        </pc:spChg>
        <pc:grpChg chg="add del mod">
          <ac:chgData name="Kylie Donia" userId="1f19d2f8-fac2-4833-acd0-944b6d7743dc" providerId="ADAL" clId="{F19EAE9D-8222-49BA-AFF5-E11BACB37F63}" dt="2026-06-11T20:06:54.214" v="160" actId="165"/>
          <ac:grpSpMkLst>
            <pc:docMk/>
            <pc:sldMk cId="1250457175" sldId="617"/>
            <ac:grpSpMk id="5" creationId="{EEE74846-468E-CF8A-E3D7-48DE6CDA1403}"/>
          </ac:grpSpMkLst>
        </pc:grpChg>
        <pc:grpChg chg="add del mod">
          <ac:chgData name="Kylie Donia" userId="1f19d2f8-fac2-4833-acd0-944b6d7743dc" providerId="ADAL" clId="{F19EAE9D-8222-49BA-AFF5-E11BACB37F63}" dt="2026-06-11T20:05:39.371" v="139" actId="165"/>
          <ac:grpSpMkLst>
            <pc:docMk/>
            <pc:sldMk cId="1250457175" sldId="617"/>
            <ac:grpSpMk id="9" creationId="{4A396699-4C57-5D4D-171B-63CD3C9AEC4F}"/>
          </ac:grpSpMkLst>
        </pc:grpChg>
        <pc:grpChg chg="add mod">
          <ac:chgData name="Kylie Donia" userId="1f19d2f8-fac2-4833-acd0-944b6d7743dc" providerId="ADAL" clId="{F19EAE9D-8222-49BA-AFF5-E11BACB37F63}" dt="2026-06-11T20:14:13.612" v="926" actId="1036"/>
          <ac:grpSpMkLst>
            <pc:docMk/>
            <pc:sldMk cId="1250457175" sldId="617"/>
            <ac:grpSpMk id="24" creationId="{D1F9E89B-D1BA-73AD-67E5-2F8CAEB35023}"/>
          </ac:grpSpMkLst>
        </pc:grpChg>
        <pc:grpChg chg="add del mod">
          <ac:chgData name="Kylie Donia" userId="1f19d2f8-fac2-4833-acd0-944b6d7743dc" providerId="ADAL" clId="{F19EAE9D-8222-49BA-AFF5-E11BACB37F63}" dt="2026-06-11T20:06:57.560" v="161" actId="165"/>
          <ac:grpSpMkLst>
            <pc:docMk/>
            <pc:sldMk cId="1250457175" sldId="617"/>
            <ac:grpSpMk id="25" creationId="{786FF53D-0CFB-0F9E-9C66-37D7D5B34919}"/>
          </ac:grpSpMkLst>
        </pc:grpChg>
        <pc:grpChg chg="add mod">
          <ac:chgData name="Kylie Donia" userId="1f19d2f8-fac2-4833-acd0-944b6d7743dc" providerId="ADAL" clId="{F19EAE9D-8222-49BA-AFF5-E11BACB37F63}" dt="2026-06-11T20:13:42.535" v="787" actId="1035"/>
          <ac:grpSpMkLst>
            <pc:docMk/>
            <pc:sldMk cId="1250457175" sldId="617"/>
            <ac:grpSpMk id="26" creationId="{83224B64-2737-8CB9-58DD-C81357E48A65}"/>
          </ac:grpSpMkLst>
        </pc:grpChg>
        <pc:grpChg chg="add mod">
          <ac:chgData name="Kylie Donia" userId="1f19d2f8-fac2-4833-acd0-944b6d7743dc" providerId="ADAL" clId="{F19EAE9D-8222-49BA-AFF5-E11BACB37F63}" dt="2026-06-11T20:10:38.582" v="185" actId="1036"/>
          <ac:grpSpMkLst>
            <pc:docMk/>
            <pc:sldMk cId="1250457175" sldId="617"/>
            <ac:grpSpMk id="27" creationId="{6572DBB0-85BC-3C9E-4F4A-E3B86A12ADCF}"/>
          </ac:grpSpMkLst>
        </pc:grpChg>
        <pc:picChg chg="mod">
          <ac:chgData name="Kylie Donia" userId="1f19d2f8-fac2-4833-acd0-944b6d7743dc" providerId="ADAL" clId="{F19EAE9D-8222-49BA-AFF5-E11BACB37F63}" dt="2026-06-10T21:52:14.159" v="13"/>
          <ac:picMkLst>
            <pc:docMk/>
            <pc:sldMk cId="1250457175" sldId="617"/>
            <ac:picMk id="2" creationId="{5281B2D4-335B-8A00-F40A-E62A263F4E50}"/>
          </ac:picMkLst>
        </pc:picChg>
        <pc:picChg chg="add mod">
          <ac:chgData name="Kylie Donia" userId="1f19d2f8-fac2-4833-acd0-944b6d7743dc" providerId="ADAL" clId="{F19EAE9D-8222-49BA-AFF5-E11BACB37F63}" dt="2026-06-10T21:56:06.745" v="18" actId="1076"/>
          <ac:picMkLst>
            <pc:docMk/>
            <pc:sldMk cId="1250457175" sldId="617"/>
            <ac:picMk id="6" creationId="{25E45B43-C3FD-B708-FB0D-D204F7995C26}"/>
          </ac:picMkLst>
        </pc:picChg>
        <pc:picChg chg="del mod">
          <ac:chgData name="Kylie Donia" userId="1f19d2f8-fac2-4833-acd0-944b6d7743dc" providerId="ADAL" clId="{F19EAE9D-8222-49BA-AFF5-E11BACB37F63}" dt="2026-06-10T21:52:34.061" v="15" actId="21"/>
          <ac:picMkLst>
            <pc:docMk/>
            <pc:sldMk cId="1250457175" sldId="617"/>
            <ac:picMk id="9" creationId="{876E7C48-05A7-92B9-D027-F306134D8A43}"/>
          </ac:picMkLst>
        </pc:picChg>
        <pc:picChg chg="mod">
          <ac:chgData name="Kylie Donia" userId="1f19d2f8-fac2-4833-acd0-944b6d7743dc" providerId="ADAL" clId="{F19EAE9D-8222-49BA-AFF5-E11BACB37F63}" dt="2026-06-11T20:04:33.613" v="133" actId="1035"/>
          <ac:picMkLst>
            <pc:docMk/>
            <pc:sldMk cId="1250457175" sldId="617"/>
            <ac:picMk id="17" creationId="{93F13E22-5DE3-4E4D-32B7-34474E484407}"/>
          </ac:picMkLst>
        </pc:picChg>
        <pc:picChg chg="mod topLvl">
          <ac:chgData name="Kylie Donia" userId="1f19d2f8-fac2-4833-acd0-944b6d7743dc" providerId="ADAL" clId="{F19EAE9D-8222-49BA-AFF5-E11BACB37F63}" dt="2026-06-11T20:10:10.475" v="178" actId="164"/>
          <ac:picMkLst>
            <pc:docMk/>
            <pc:sldMk cId="1250457175" sldId="617"/>
            <ac:picMk id="19" creationId="{FEA5250F-8FC5-B9FB-5220-3A2FD15C4856}"/>
          </ac:picMkLst>
        </pc:picChg>
        <pc:picChg chg="mod topLvl">
          <ac:chgData name="Kylie Donia" userId="1f19d2f8-fac2-4833-acd0-944b6d7743dc" providerId="ADAL" clId="{F19EAE9D-8222-49BA-AFF5-E11BACB37F63}" dt="2026-06-11T20:05:39.371" v="139" actId="165"/>
          <ac:picMkLst>
            <pc:docMk/>
            <pc:sldMk cId="1250457175" sldId="617"/>
            <ac:picMk id="20" creationId="{2E528BE1-8F56-3CD5-60FB-ACC19322C96B}"/>
          </ac:picMkLst>
        </pc:picChg>
        <pc:picChg chg="mod topLvl">
          <ac:chgData name="Kylie Donia" userId="1f19d2f8-fac2-4833-acd0-944b6d7743dc" providerId="ADAL" clId="{F19EAE9D-8222-49BA-AFF5-E11BACB37F63}" dt="2026-06-11T20:10:02.737" v="177" actId="164"/>
          <ac:picMkLst>
            <pc:docMk/>
            <pc:sldMk cId="1250457175" sldId="617"/>
            <ac:picMk id="21" creationId="{E4AFBFD5-0BBE-0936-2112-4C74BEB95815}"/>
          </ac:picMkLst>
        </pc:picChg>
      </pc:sldChg>
      <pc:sldChg chg="del">
        <pc:chgData name="Kylie Donia" userId="1f19d2f8-fac2-4833-acd0-944b6d7743dc" providerId="ADAL" clId="{F19EAE9D-8222-49BA-AFF5-E11BACB37F63}" dt="2026-06-10T21:51:11.734" v="1" actId="47"/>
        <pc:sldMkLst>
          <pc:docMk/>
          <pc:sldMk cId="1909432140" sldId="618"/>
        </pc:sldMkLst>
      </pc:sldChg>
      <pc:sldChg chg="del">
        <pc:chgData name="Kylie Donia" userId="1f19d2f8-fac2-4833-acd0-944b6d7743dc" providerId="ADAL" clId="{F19EAE9D-8222-49BA-AFF5-E11BACB37F63}" dt="2026-06-10T21:51:11.734" v="1" actId="47"/>
        <pc:sldMkLst>
          <pc:docMk/>
          <pc:sldMk cId="666563884" sldId="620"/>
        </pc:sldMkLst>
      </pc:sldChg>
      <pc:sldChg chg="del">
        <pc:chgData name="Kylie Donia" userId="1f19d2f8-fac2-4833-acd0-944b6d7743dc" providerId="ADAL" clId="{F19EAE9D-8222-49BA-AFF5-E11BACB37F63}" dt="2026-06-10T21:51:11.734" v="1" actId="47"/>
        <pc:sldMkLst>
          <pc:docMk/>
          <pc:sldMk cId="3187278753" sldId="738"/>
        </pc:sldMkLst>
      </pc:sldChg>
      <pc:sldChg chg="del">
        <pc:chgData name="Kylie Donia" userId="1f19d2f8-fac2-4833-acd0-944b6d7743dc" providerId="ADAL" clId="{F19EAE9D-8222-49BA-AFF5-E11BACB37F63}" dt="2026-06-10T21:51:11.734" v="1" actId="47"/>
        <pc:sldMkLst>
          <pc:docMk/>
          <pc:sldMk cId="1857742656" sldId="741"/>
        </pc:sldMkLst>
      </pc:sldChg>
      <pc:sldChg chg="del">
        <pc:chgData name="Kylie Donia" userId="1f19d2f8-fac2-4833-acd0-944b6d7743dc" providerId="ADAL" clId="{F19EAE9D-8222-49BA-AFF5-E11BACB37F63}" dt="2026-06-10T21:51:07.621" v="0" actId="47"/>
        <pc:sldMkLst>
          <pc:docMk/>
          <pc:sldMk cId="2365008563" sldId="744"/>
        </pc:sldMkLst>
      </pc:sldChg>
      <pc:sldChg chg="del">
        <pc:chgData name="Kylie Donia" userId="1f19d2f8-fac2-4833-acd0-944b6d7743dc" providerId="ADAL" clId="{F19EAE9D-8222-49BA-AFF5-E11BACB37F63}" dt="2026-06-10T21:51:07.621" v="0" actId="47"/>
        <pc:sldMkLst>
          <pc:docMk/>
          <pc:sldMk cId="2790802566" sldId="748"/>
        </pc:sldMkLst>
      </pc:sldChg>
      <pc:sldChg chg="del">
        <pc:chgData name="Kylie Donia" userId="1f19d2f8-fac2-4833-acd0-944b6d7743dc" providerId="ADAL" clId="{F19EAE9D-8222-49BA-AFF5-E11BACB37F63}" dt="2026-06-10T21:51:07.621" v="0" actId="47"/>
        <pc:sldMkLst>
          <pc:docMk/>
          <pc:sldMk cId="4253087077" sldId="750"/>
        </pc:sldMkLst>
      </pc:sldChg>
      <pc:sldChg chg="del">
        <pc:chgData name="Kylie Donia" userId="1f19d2f8-fac2-4833-acd0-944b6d7743dc" providerId="ADAL" clId="{F19EAE9D-8222-49BA-AFF5-E11BACB37F63}" dt="2026-06-10T21:51:07.621" v="0" actId="47"/>
        <pc:sldMkLst>
          <pc:docMk/>
          <pc:sldMk cId="2403574197" sldId="752"/>
        </pc:sldMkLst>
      </pc:sldChg>
      <pc:sldChg chg="del">
        <pc:chgData name="Kylie Donia" userId="1f19d2f8-fac2-4833-acd0-944b6d7743dc" providerId="ADAL" clId="{F19EAE9D-8222-49BA-AFF5-E11BACB37F63}" dt="2026-06-10T21:51:07.621" v="0" actId="47"/>
        <pc:sldMkLst>
          <pc:docMk/>
          <pc:sldMk cId="1439677659" sldId="753"/>
        </pc:sldMkLst>
      </pc:sldChg>
      <pc:sldChg chg="del">
        <pc:chgData name="Kylie Donia" userId="1f19d2f8-fac2-4833-acd0-944b6d7743dc" providerId="ADAL" clId="{F19EAE9D-8222-49BA-AFF5-E11BACB37F63}" dt="2026-06-10T21:51:07.621" v="0" actId="47"/>
        <pc:sldMkLst>
          <pc:docMk/>
          <pc:sldMk cId="101504040" sldId="7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18872" y="128016"/>
            <a:ext cx="2596896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Title of Presentation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0645" y="146786"/>
            <a:ext cx="2598483" cy="31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D64903D0-BBEE-5649-B533-9218F0903129}" type="datetime1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6/11/2026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18870" y="8685213"/>
            <a:ext cx="2596897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Copyright © 2025 Esri.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0645" y="8685213"/>
            <a:ext cx="2598483" cy="326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89BED56D-3A20-2943-930A-2361A9DDC1ED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 with medium confidence">
            <a:extLst>
              <a:ext uri="{FF2B5EF4-FFF2-40B4-BE49-F238E27FC236}">
                <a16:creationId xmlns:a16="http://schemas.microsoft.com/office/drawing/2014/main" id="{7CD2FDE5-1F26-C84C-9B10-CC9C50E7271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6707" y="146786"/>
            <a:ext cx="1142999" cy="32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6121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0645" y="128016"/>
            <a:ext cx="2598483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fld id="{6093A04A-759D-2A43-9EC9-FD93F34479D5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17285" y="8685213"/>
            <a:ext cx="2596896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2025 Esri.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0645" y="8685213"/>
            <a:ext cx="2598483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3E7143C0-4F23-B545-9533-520B5A87CA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Header Placeholder 1">
            <a:extLst>
              <a:ext uri="{FF2B5EF4-FFF2-40B4-BE49-F238E27FC236}">
                <a16:creationId xmlns:a16="http://schemas.microsoft.com/office/drawing/2014/main" id="{B638CFBE-76FA-C80C-2921-7A31BA9AD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18872" y="128016"/>
            <a:ext cx="2596896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r>
              <a:rPr lang="en-US"/>
              <a:t>Title of Presentation</a:t>
            </a:r>
          </a:p>
        </p:txBody>
      </p:sp>
      <p:pic>
        <p:nvPicPr>
          <p:cNvPr id="10" name="Picture 9" descr="Logo&#10;&#10;Description automatically generated with medium confidence">
            <a:extLst>
              <a:ext uri="{FF2B5EF4-FFF2-40B4-BE49-F238E27FC236}">
                <a16:creationId xmlns:a16="http://schemas.microsoft.com/office/drawing/2014/main" id="{F1515867-25DE-D5BF-4D8C-F147C0D5FB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56707" y="146786"/>
            <a:ext cx="1142999" cy="32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878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do:</a:t>
            </a:r>
          </a:p>
          <a:p>
            <a:r>
              <a:rPr lang="en-US" dirty="0"/>
              <a:t>Create link manager links for 2026</a:t>
            </a:r>
          </a:p>
          <a:p>
            <a:r>
              <a:rPr lang="en-US" dirty="0"/>
              <a:t>- Software in lower right to link to software overview esri.com page</a:t>
            </a:r>
          </a:p>
          <a:p>
            <a:r>
              <a:rPr lang="en-US" dirty="0"/>
              <a:t>- MapMaker to link to MapMaker esri.com page</a:t>
            </a:r>
          </a:p>
          <a:p>
            <a:endParaRPr lang="en-US" dirty="0"/>
          </a:p>
          <a:p>
            <a:r>
              <a:rPr lang="en-US" dirty="0"/>
              <a:t>Update links for 2026</a:t>
            </a:r>
          </a:p>
          <a:p>
            <a:r>
              <a:rPr lang="en-US" dirty="0"/>
              <a:t>Update QR codes for 2026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143C0-4F23-B545-9533-520B5A87CA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A27F4-1933-B7AD-6527-AFEE45BAD6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F3888-8CC0-B245-ACC8-0A9AAA760FAA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57049-D1CA-8E4E-7C5C-8AEF871999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Copyright © 2025 Esri. All rights reserved.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4FC68061-8D96-75E8-3DE0-7EFD584C81C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90406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33121" y="2428193"/>
            <a:ext cx="8525773" cy="914400"/>
          </a:xfrm>
        </p:spPr>
        <p:txBody>
          <a:bodyPr rIns="0" anchor="b">
            <a:noAutofit/>
          </a:bodyPr>
          <a:lstStyle>
            <a:lvl1pPr algn="ctr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28801" y="3465218"/>
            <a:ext cx="8534401" cy="914400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b="0">
                <a:solidFill>
                  <a:srgbClr val="C3E3F7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Name of Presenter(s)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91B51-25EE-0147-9293-37E16A70024E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Esri logo with tagline" descr="Esri logo with The Science of Where tagline">
            <a:extLst>
              <a:ext uri="{FF2B5EF4-FFF2-40B4-BE49-F238E27FC236}">
                <a16:creationId xmlns:a16="http://schemas.microsoft.com/office/drawing/2014/main" id="{BAE1F197-8276-8D41-95D6-51EDCC8506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2736" y="395608"/>
            <a:ext cx="2392198" cy="7396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6166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914400" y="2057400"/>
            <a:ext cx="10369296" cy="3429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EFD86-78C4-084A-B0B5-04A7A3431B39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61665"/>
          </a:xfrm>
        </p:spPr>
        <p:txBody>
          <a:bodyPr/>
          <a:lstStyle>
            <a:lvl1pPr>
              <a:defRPr lang="en-US" sz="3000" b="0" kern="1200" spc="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399032"/>
            <a:ext cx="10369296" cy="276999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C3E3F7"/>
                </a:solidFill>
              </a:defRPr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Click to Edit Subtitle (optional)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914400" y="2057400"/>
            <a:ext cx="10369296" cy="342741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F95B-0B80-6A4D-A813-6F9D9F38EBA2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Tag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57200"/>
          </a:xfr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defRPr lang="en-US" b="0" dirty="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400" y="2057400"/>
            <a:ext cx="10369296" cy="3429000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defRPr sz="1400"/>
            </a:lvl4pPr>
            <a:lvl5pPr>
              <a:lnSpc>
                <a:spcPts val="1800"/>
              </a:lnSpc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177085"/>
            <a:ext cx="10599358" cy="215444"/>
          </a:xfrm>
        </p:spPr>
        <p:txBody>
          <a:bodyPr wrap="square" anchor="b">
            <a:sp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</a:schemeClr>
              </a:buClr>
              <a:buSzPts val="1100"/>
              <a:buFont typeface="Arial"/>
              <a:buNone/>
              <a:tabLst/>
              <a:defRPr lang="en-US" sz="1400" b="0" i="1" kern="1200" baseline="0" dirty="0" smtClean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/>
              <a:t>Click to Edit Tagline (optional)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55AC9-5819-304B-AB8A-EC561A98EE59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Tag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572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Content Placeholder 21"/>
          <p:cNvSpPr>
            <a:spLocks noGrp="1"/>
          </p:cNvSpPr>
          <p:nvPr>
            <p:ph sz="quarter" idx="18" hasCustomPrompt="1"/>
          </p:nvPr>
        </p:nvSpPr>
        <p:spPr>
          <a:xfrm>
            <a:off x="914400" y="2057400"/>
            <a:ext cx="10369296" cy="3429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6409" y="1514615"/>
            <a:ext cx="1219201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endParaRPr lang="en-US" sz="1400" b="1"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1399031"/>
            <a:ext cx="10369296" cy="276999"/>
          </a:xfrm>
        </p:spPr>
        <p:txBody>
          <a:bodyPr vert="horz" wrap="square" lIns="0" tIns="0" rIns="0" bIns="0" rtlCol="0" anchor="t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800" b="0" kern="1200" dirty="0" smtClean="0">
                <a:solidFill>
                  <a:srgbClr val="C3E3F7"/>
                </a:solidFill>
                <a:latin typeface="+mj-lt"/>
                <a:ea typeface="+mj-ea"/>
                <a:cs typeface="Arial"/>
              </a:defRPr>
            </a:lvl1pPr>
            <a:lvl2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2pPr>
            <a:lvl3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3pPr>
            <a:lvl4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4pPr>
            <a:lvl5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5pPr>
          </a:lstStyle>
          <a:p>
            <a:pPr lvl="0"/>
            <a:r>
              <a:rPr lang="en-US"/>
              <a:t>Click to Edit Subtitle (optional)</a:t>
            </a:r>
          </a:p>
        </p:txBody>
      </p:sp>
      <p:sp>
        <p:nvSpPr>
          <p:cNvPr id="12" name="Text Placehold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6185356"/>
            <a:ext cx="10597896" cy="215444"/>
          </a:xfrm>
        </p:spPr>
        <p:txBody>
          <a:bodyPr wrap="square" anchor="b">
            <a:sp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400" b="0" i="1" baseline="0">
                <a:solidFill>
                  <a:schemeClr val="tx2"/>
                </a:solidFill>
              </a:defRPr>
            </a:lvl1pPr>
            <a:lvl2pPr marL="0" indent="0" algn="r">
              <a:buNone/>
              <a:defRPr sz="1600"/>
            </a:lvl2pPr>
            <a:lvl3pPr marL="0" indent="0" algn="r">
              <a:buNone/>
              <a:defRPr sz="1600"/>
            </a:lvl3pPr>
            <a:lvl4pPr marL="0" indent="0" algn="r">
              <a:buNone/>
              <a:defRPr sz="1600"/>
            </a:lvl4pPr>
            <a:lvl5pPr marL="0" indent="0" algn="r">
              <a:buNone/>
              <a:defRPr sz="1600"/>
            </a:lvl5pPr>
          </a:lstStyle>
          <a:p>
            <a:pPr lvl="0"/>
            <a:r>
              <a:rPr lang="en-US"/>
              <a:t>Click to Edit Tagline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6409" y="1514615"/>
            <a:ext cx="1219201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endParaRPr lang="en-US" sz="1400" b="1">
              <a:ea typeface="+mn-ea"/>
              <a:cs typeface="+mn-cs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4F111-1245-FB4C-ACB7-129F68E66232}" type="datetime1">
              <a:rPr lang="en-US" smtClean="0"/>
              <a:t>6/11/2026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7399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75000">
              <a:srgbClr val="0C4799"/>
            </a:gs>
            <a:gs pos="10000">
              <a:srgbClr val="008BDD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C21C6-642C-6F4C-B53C-06F3F35CEF14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without Graphic (center justifi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3BE2-FFFE-0B46-AE5A-CBB4C5FEC6FC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1994C-B8B3-A740-949B-C8D716F26A7F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gradFill flip="none" rotWithShape="1">
          <a:gsLst>
            <a:gs pos="55000">
              <a:srgbClr val="064D9E"/>
            </a:gs>
            <a:gs pos="38000">
              <a:srgbClr val="064D9E"/>
            </a:gs>
            <a:gs pos="100000">
              <a:srgbClr val="002859"/>
            </a:gs>
            <a:gs pos="0">
              <a:srgbClr val="00285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1" y="3512743"/>
            <a:ext cx="8683722" cy="338554"/>
          </a:xfrm>
          <a:noFill/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C3E3F7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Presenter(s)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732670"/>
            <a:ext cx="8683723" cy="738664"/>
          </a:xfrm>
        </p:spPr>
        <p:txBody>
          <a:bodyPr wrap="square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en-US" sz="4800" b="0" i="0" kern="1200" cap="none" baseline="0">
                <a:solidFill>
                  <a:schemeClr val="tx1"/>
                </a:solidFill>
                <a:effectLst/>
                <a:latin typeface="+mj-lt"/>
                <a:ea typeface="+mj-ea"/>
                <a:cs typeface="Arial"/>
              </a:defRPr>
            </a:lvl1pPr>
          </a:lstStyle>
          <a:p>
            <a:r>
              <a:rPr kumimoji="0" lang="en-US"/>
              <a:t>Click to Edit Section Title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7F20F-8413-1548-BF61-558511100DB7}" type="datetime1">
              <a:rPr lang="en-US" smtClean="0"/>
              <a:t>6/11/2026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9955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 flip="none" rotWithShape="1">
          <a:gsLst>
            <a:gs pos="38000">
              <a:srgbClr val="064D9E"/>
            </a:gs>
            <a:gs pos="55000">
              <a:srgbClr val="064D9E"/>
            </a:gs>
            <a:gs pos="100000">
              <a:srgbClr val="002859"/>
            </a:gs>
            <a:gs pos="0">
              <a:srgbClr val="00285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976872" y="3980828"/>
            <a:ext cx="4427728" cy="338554"/>
          </a:xfrm>
          <a:noFill/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C3E3F7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Presenter(s)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76872" y="2462092"/>
            <a:ext cx="4427728" cy="1477328"/>
          </a:xfrm>
        </p:spPr>
        <p:txBody>
          <a:bodyPr wrap="square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en-US" sz="4800" b="0" i="0" kern="1200" cap="none" baseline="0">
                <a:solidFill>
                  <a:schemeClr val="tx1"/>
                </a:solidFill>
                <a:effectLst/>
                <a:latin typeface="+mj-lt"/>
                <a:ea typeface="+mj-ea"/>
                <a:cs typeface="Arial"/>
              </a:defRPr>
            </a:lvl1pPr>
          </a:lstStyle>
          <a:p>
            <a:r>
              <a:rPr kumimoji="0" lang="en-US"/>
              <a:t>Click to Edit Demo Title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7F20F-8413-1548-BF61-558511100DB7}" type="datetime1">
              <a:rPr lang="en-US" smtClean="0"/>
              <a:t>6/11/2026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A4DFB064-9EBB-CE43-A484-6B2123001EC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84213" y="1757363"/>
            <a:ext cx="5943600" cy="3343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03819697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304" y="1990427"/>
            <a:ext cx="10367433" cy="1477328"/>
          </a:xfrm>
        </p:spPr>
        <p:txBody>
          <a:bodyPr anchor="b"/>
          <a:lstStyle>
            <a:lvl1pPr>
              <a:spcAft>
                <a:spcPts val="0"/>
              </a:spcAft>
              <a:defRPr sz="9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BIG Word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12304" y="3467761"/>
            <a:ext cx="10367433" cy="615553"/>
          </a:xfr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FontTx/>
              <a:buNone/>
              <a:defRPr lang="en-US" sz="4000" b="0" baseline="0" smtClean="0">
                <a:solidFill>
                  <a:srgbClr val="C3E3F7"/>
                </a:solidFill>
                <a:latin typeface="+mj-lt"/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Smaller word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7C214-390A-F944-BF27-73F37F4360F9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5250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284" y="2625441"/>
            <a:ext cx="7315200" cy="461665"/>
          </a:xfrm>
        </p:spPr>
        <p:txBody>
          <a:bodyPr anchor="b"/>
          <a:lstStyle>
            <a:lvl1pPr>
              <a:spcAft>
                <a:spcPts val="0"/>
              </a:spcAft>
              <a:defRPr sz="30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“Quote”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4" y="3683197"/>
            <a:ext cx="7315200" cy="400110"/>
          </a:xfr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 algn="r">
              <a:spcAft>
                <a:spcPts val="0"/>
              </a:spcAft>
              <a:buFontTx/>
              <a:buNone/>
              <a:defRPr lang="en-US" sz="2600" b="0" baseline="0" smtClean="0">
                <a:solidFill>
                  <a:srgbClr val="C3E3F7"/>
                </a:solidFill>
                <a:latin typeface="+mj-lt"/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25C2B-15EC-3348-B6CD-75D75F51F610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32608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sri">
    <p:bg>
      <p:bgPr>
        <a:gradFill flip="none" rotWithShape="1">
          <a:gsLst>
            <a:gs pos="0">
              <a:srgbClr val="002859"/>
            </a:gs>
            <a:gs pos="100000">
              <a:srgbClr val="002859"/>
            </a:gs>
            <a:gs pos="55000">
              <a:srgbClr val="064D9E"/>
            </a:gs>
            <a:gs pos="38000">
              <a:srgbClr val="064D9E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ri logo with tagline" descr="large Esri logo with The Science of Where tagline">
            <a:extLst>
              <a:ext uri="{FF2B5EF4-FFF2-40B4-BE49-F238E27FC236}">
                <a16:creationId xmlns:a16="http://schemas.microsoft.com/office/drawing/2014/main" id="{9496024E-64D0-4946-9D72-1637B8F52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9008" y="2489995"/>
            <a:ext cx="6073984" cy="18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4568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5000">
              <a:srgbClr val="0C4799"/>
            </a:gs>
            <a:gs pos="10000">
              <a:srgbClr val="008DD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9296" cy="461665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057400"/>
            <a:ext cx="10361957" cy="342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7E69C-4D79-BB49-9350-1FEE210EB4F7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6800" r:id="rId1"/>
    <p:sldLayoutId id="2147486801" r:id="rId2"/>
    <p:sldLayoutId id="2147486802" r:id="rId3"/>
    <p:sldLayoutId id="2147486803" r:id="rId4"/>
    <p:sldLayoutId id="2147486804" r:id="rId5"/>
    <p:sldLayoutId id="2147486805" r:id="rId6"/>
    <p:sldLayoutId id="2147486806" r:id="rId7"/>
    <p:sldLayoutId id="2147486807" r:id="rId8"/>
    <p:sldLayoutId id="2147486822" r:id="rId9"/>
    <p:sldLayoutId id="2147486823" r:id="rId10"/>
    <p:sldLayoutId id="2147486811" r:id="rId11"/>
    <p:sldLayoutId id="2147486812" r:id="rId12"/>
    <p:sldLayoutId id="2147486816" r:id="rId13"/>
  </p:sldLayoutIdLst>
  <p:transition spd="med">
    <p:fade/>
  </p:transition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000" b="0" kern="1200">
          <a:solidFill>
            <a:schemeClr val="tx1"/>
          </a:solidFill>
          <a:latin typeface="+mj-lt"/>
          <a:ea typeface="+mj-ea"/>
          <a:cs typeface="Arial"/>
        </a:defRPr>
      </a:lvl1pPr>
    </p:titleStyle>
    <p:bodyStyle>
      <a:lvl1pPr marL="114300" indent="-114300" algn="l" defTabSz="4572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Arial"/>
        <a:buChar char="•"/>
        <a:tabLst/>
        <a:defRPr sz="20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404813" indent="-1206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Char char="-"/>
        <a:tabLst/>
        <a:defRPr sz="1800" b="0" kern="1200">
          <a:solidFill>
            <a:schemeClr val="tx1"/>
          </a:solidFill>
          <a:latin typeface="+mn-lt"/>
          <a:ea typeface="+mn-ea"/>
          <a:cs typeface="Arial"/>
        </a:defRPr>
      </a:lvl2pPr>
      <a:lvl3pPr marL="742950" indent="-1206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Char char="-"/>
        <a:tabLst/>
        <a:defRPr sz="1600" b="0" kern="1200">
          <a:solidFill>
            <a:schemeClr val="tx1"/>
          </a:solidFill>
          <a:latin typeface="+mn-lt"/>
          <a:ea typeface="+mn-ea"/>
          <a:cs typeface="Arial"/>
        </a:defRPr>
      </a:lvl3pPr>
      <a:lvl4pPr marL="1216152" indent="-173736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Char char="-"/>
        <a:defRPr sz="1400" b="0" kern="1200">
          <a:solidFill>
            <a:schemeClr val="tx1"/>
          </a:solidFill>
          <a:latin typeface="+mn-lt"/>
          <a:ea typeface="+mn-ea"/>
          <a:cs typeface="Arial"/>
        </a:defRPr>
      </a:lvl4pPr>
      <a:lvl5pPr marL="1370012" indent="0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None/>
        <a:defRPr lang="en-US" sz="1400" b="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0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0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0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g"/><Relationship Id="rId7" Type="http://schemas.openxmlformats.org/officeDocument/2006/relationships/hyperlink" Target="https://link.esri.com/uc26ed/k12software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hyperlink" Target="https://link.esri.com/uc26ed/elem" TargetMode="External"/><Relationship Id="rId5" Type="http://schemas.openxmlformats.org/officeDocument/2006/relationships/hyperlink" Target="https://link.esri.com/uc26ed/mapmaker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hyperlink" Target="https://link.esri.com/uc26ed/ms_h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81B2D4-335B-8A00-F40A-E62A263F4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7100" y="-24466"/>
            <a:ext cx="12266201" cy="6906932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78B5A2E8-E598-0AA1-2AD6-91EDCD163AFA}"/>
              </a:ext>
            </a:extLst>
          </p:cNvPr>
          <p:cNvSpPr txBox="1">
            <a:spLocks/>
          </p:cNvSpPr>
          <p:nvPr/>
        </p:nvSpPr>
        <p:spPr>
          <a:xfrm>
            <a:off x="880375" y="169767"/>
            <a:ext cx="10369296" cy="30777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dirty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K-12 Esri Education | Primary and Secondary Schools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76CF14-0289-DEEF-DE99-ADA81C84686D}"/>
              </a:ext>
            </a:extLst>
          </p:cNvPr>
          <p:cNvSpPr txBox="1">
            <a:spLocks/>
          </p:cNvSpPr>
          <p:nvPr/>
        </p:nvSpPr>
        <p:spPr>
          <a:xfrm>
            <a:off x="914400" y="549664"/>
            <a:ext cx="10369296" cy="4572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spc="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/>
              <a:t>What would you like to learn about?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45B43-C3FD-B708-FB0D-D204F7995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911" y="-24466"/>
            <a:ext cx="2276190" cy="223809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1F9E89B-D1BA-73AD-67E5-2F8CAEB35023}"/>
              </a:ext>
            </a:extLst>
          </p:cNvPr>
          <p:cNvGrpSpPr/>
          <p:nvPr/>
        </p:nvGrpSpPr>
        <p:grpSpPr>
          <a:xfrm>
            <a:off x="6346690" y="1218614"/>
            <a:ext cx="5257800" cy="2514600"/>
            <a:chOff x="6346690" y="1218614"/>
            <a:chExt cx="5257800" cy="25146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D6EFF76-D6B4-0CA2-5293-190BE86B6FD3}"/>
                </a:ext>
              </a:extLst>
            </p:cNvPr>
            <p:cNvSpPr/>
            <p:nvPr/>
          </p:nvSpPr>
          <p:spPr bwMode="auto">
            <a:xfrm>
              <a:off x="6346690" y="1218614"/>
              <a:ext cx="5257800" cy="2514600"/>
            </a:xfrm>
            <a:prstGeom prst="roundRect">
              <a:avLst/>
            </a:prstGeom>
            <a:solidFill>
              <a:srgbClr val="FFFFFF">
                <a:alpha val="20000"/>
              </a:srgbClr>
            </a:solidFill>
            <a:ln w="19050">
              <a:solidFill>
                <a:srgbClr val="FFFFFF">
                  <a:alpha val="41961"/>
                </a:srgbClr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13325B-D04F-9DE1-ADA6-470B6826CC56}"/>
                </a:ext>
              </a:extLst>
            </p:cNvPr>
            <p:cNvSpPr txBox="1"/>
            <p:nvPr/>
          </p:nvSpPr>
          <p:spPr>
            <a:xfrm>
              <a:off x="6713100" y="1510225"/>
              <a:ext cx="4524980" cy="553998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dirty="0"/>
                <a:t>MapMaker, the digital atlas for schools</a:t>
              </a:r>
            </a:p>
            <a:p>
              <a:pPr marL="0" indent="0" algn="ctr">
                <a:buNone/>
              </a:pPr>
              <a:r>
                <a:rPr lang="en-US" dirty="0">
                  <a:hlinkClick r:id="rId5"/>
                </a:rPr>
                <a:t>https://link.esri.com/uc26ed/mapmaker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A00076-2D62-C2E6-0327-2337629B167B}"/>
                </a:ext>
              </a:extLst>
            </p:cNvPr>
            <p:cNvSpPr txBox="1"/>
            <p:nvPr/>
          </p:nvSpPr>
          <p:spPr>
            <a:xfrm>
              <a:off x="6959131" y="2388542"/>
              <a:ext cx="2020277" cy="91050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algn="l" eaLnBrk="0" hangingPunct="0"/>
              <a:r>
                <a:rPr lang="en-US" dirty="0">
                  <a:solidFill>
                    <a:schemeClr val="tx2">
                      <a:lumMod val="75000"/>
                    </a:schemeClr>
                  </a:solidFill>
                  <a:ea typeface="+mn-ea"/>
                  <a:cs typeface="+mn-cs"/>
                </a:rPr>
                <a:t>Find maps and activities reinforcing classroom content.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3F13E22-5DE3-4E4D-32B7-34474E484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206968" y="2156331"/>
              <a:ext cx="1463040" cy="1463040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72DBB0-85BC-3C9E-4F4A-E3B86A12ADCF}"/>
              </a:ext>
            </a:extLst>
          </p:cNvPr>
          <p:cNvGrpSpPr/>
          <p:nvPr/>
        </p:nvGrpSpPr>
        <p:grpSpPr>
          <a:xfrm>
            <a:off x="6346690" y="4034296"/>
            <a:ext cx="5257800" cy="2514600"/>
            <a:chOff x="6346690" y="4034296"/>
            <a:chExt cx="5257800" cy="25146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FABE9C5-737C-459C-3CF2-457BDA6A4874}"/>
                </a:ext>
              </a:extLst>
            </p:cNvPr>
            <p:cNvSpPr/>
            <p:nvPr/>
          </p:nvSpPr>
          <p:spPr bwMode="auto">
            <a:xfrm>
              <a:off x="6346690" y="4034296"/>
              <a:ext cx="5257800" cy="2514600"/>
            </a:xfrm>
            <a:prstGeom prst="roundRect">
              <a:avLst/>
            </a:prstGeom>
            <a:solidFill>
              <a:srgbClr val="FFFFFF">
                <a:alpha val="20000"/>
              </a:srgbClr>
            </a:solidFill>
            <a:ln w="19050">
              <a:solidFill>
                <a:srgbClr val="FFFFFF">
                  <a:alpha val="41961"/>
                </a:srgbClr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20C817-F742-299E-BF3D-1B7358F5AC20}"/>
                </a:ext>
              </a:extLst>
            </p:cNvPr>
            <p:cNvSpPr txBox="1"/>
            <p:nvPr/>
          </p:nvSpPr>
          <p:spPr>
            <a:xfrm>
              <a:off x="6758716" y="4315968"/>
              <a:ext cx="4433748" cy="553998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dirty="0"/>
                <a:t>Getting Esri software for my local school</a:t>
              </a:r>
            </a:p>
            <a:p>
              <a:pPr marL="0" indent="0" algn="ctr">
                <a:buNone/>
              </a:pPr>
              <a:r>
                <a:rPr lang="en-US" dirty="0">
                  <a:hlinkClick r:id="rId7"/>
                </a:rPr>
                <a:t>https://link.esri.com/uc26ed/k12software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891EDA-30CE-1FE2-3F67-8559E5D433EA}"/>
                </a:ext>
              </a:extLst>
            </p:cNvPr>
            <p:cNvSpPr txBox="1"/>
            <p:nvPr/>
          </p:nvSpPr>
          <p:spPr>
            <a:xfrm>
              <a:off x="6959131" y="5107012"/>
              <a:ext cx="1909295" cy="91050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algn="l" eaLnBrk="0" hangingPunct="0"/>
              <a:r>
                <a:rPr lang="en-US" dirty="0">
                  <a:solidFill>
                    <a:schemeClr val="tx2">
                      <a:lumMod val="75000"/>
                    </a:schemeClr>
                  </a:solidFill>
                  <a:ea typeface="+mn-ea"/>
                  <a:cs typeface="+mn-cs"/>
                </a:rPr>
                <a:t>Check if a school has software or help request no-cost access.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A5250F-8FC5-B9FB-5220-3A2FD15C4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9206968" y="4974336"/>
              <a:ext cx="1463040" cy="1463040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396699-4C57-5D4D-171B-63CD3C9AEC4F}"/>
              </a:ext>
            </a:extLst>
          </p:cNvPr>
          <p:cNvGrpSpPr/>
          <p:nvPr/>
        </p:nvGrpSpPr>
        <p:grpSpPr>
          <a:xfrm>
            <a:off x="561418" y="1218614"/>
            <a:ext cx="5257800" cy="2514600"/>
            <a:chOff x="587510" y="1218614"/>
            <a:chExt cx="5257800" cy="2514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43FAA7C-6407-0C40-4382-FD2FB1946903}"/>
                </a:ext>
              </a:extLst>
            </p:cNvPr>
            <p:cNvSpPr/>
            <p:nvPr/>
          </p:nvSpPr>
          <p:spPr bwMode="auto">
            <a:xfrm>
              <a:off x="587510" y="1218614"/>
              <a:ext cx="5257800" cy="2514600"/>
            </a:xfrm>
            <a:prstGeom prst="roundRect">
              <a:avLst/>
            </a:prstGeom>
            <a:solidFill>
              <a:srgbClr val="FFFFFF">
                <a:alpha val="20000"/>
              </a:srgbClr>
            </a:solidFill>
            <a:ln w="19050">
              <a:solidFill>
                <a:srgbClr val="FFFFFF">
                  <a:alpha val="41961"/>
                </a:srgbClr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4BD354-DEA0-7178-BD9C-16FE7872A187}"/>
                </a:ext>
              </a:extLst>
            </p:cNvPr>
            <p:cNvSpPr txBox="1"/>
            <p:nvPr/>
          </p:nvSpPr>
          <p:spPr>
            <a:xfrm>
              <a:off x="760897" y="1510225"/>
              <a:ext cx="4911026" cy="678157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algn="ctr" eaLnBrk="0" hangingPunct="0"/>
              <a:r>
                <a:rPr lang="en-US" dirty="0"/>
                <a:t>Bringing GIS to my local middle or high school</a:t>
              </a:r>
              <a:endParaRPr lang="en-US" dirty="0">
                <a:ea typeface="+mn-ea"/>
                <a:cs typeface="+mn-cs"/>
              </a:endParaRPr>
            </a:p>
            <a:p>
              <a:pPr algn="ctr" eaLnBrk="0" hangingPunct="0"/>
              <a:r>
                <a:rPr lang="en-US" dirty="0">
                  <a:ea typeface="+mn-ea"/>
                  <a:cs typeface="+mn-cs"/>
                  <a:hlinkClick r:id="rId9"/>
                </a:rPr>
                <a:t>https://link.esri.com/uc26ed/ms_hs</a:t>
              </a:r>
              <a:endParaRPr lang="en-US" dirty="0"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528BE1-8F56-3CD5-60FB-ACC19322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53511" y="2156331"/>
              <a:ext cx="1463040" cy="1463040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86F693-6C3A-0083-7C7F-E0DFD809E46C}"/>
                </a:ext>
              </a:extLst>
            </p:cNvPr>
            <p:cNvSpPr txBox="1"/>
            <p:nvPr/>
          </p:nvSpPr>
          <p:spPr>
            <a:xfrm>
              <a:off x="1196185" y="2388542"/>
              <a:ext cx="1909295" cy="91050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algn="l" eaLnBrk="0" hangingPunct="0"/>
              <a:r>
                <a:rPr lang="en-US" dirty="0">
                  <a:solidFill>
                    <a:schemeClr val="tx2">
                      <a:lumMod val="75000"/>
                    </a:schemeClr>
                  </a:solidFill>
                  <a:ea typeface="+mn-ea"/>
                  <a:cs typeface="+mn-cs"/>
                </a:rPr>
                <a:t>Learn how to best support teachers and get activities.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224B64-2737-8CB9-58DD-C81357E48A65}"/>
              </a:ext>
            </a:extLst>
          </p:cNvPr>
          <p:cNvGrpSpPr/>
          <p:nvPr/>
        </p:nvGrpSpPr>
        <p:grpSpPr>
          <a:xfrm>
            <a:off x="561418" y="4032504"/>
            <a:ext cx="5257800" cy="2514600"/>
            <a:chOff x="561418" y="4034296"/>
            <a:chExt cx="5257800" cy="25146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1696A66-C473-1D8E-D4F9-2140AB310DC1}"/>
                </a:ext>
              </a:extLst>
            </p:cNvPr>
            <p:cNvSpPr/>
            <p:nvPr/>
          </p:nvSpPr>
          <p:spPr bwMode="auto">
            <a:xfrm>
              <a:off x="561418" y="4034296"/>
              <a:ext cx="5257800" cy="2514600"/>
            </a:xfrm>
            <a:prstGeom prst="roundRect">
              <a:avLst/>
            </a:prstGeom>
            <a:solidFill>
              <a:srgbClr val="FFFFFF">
                <a:alpha val="20000"/>
              </a:srgbClr>
            </a:solidFill>
            <a:ln w="19050">
              <a:solidFill>
                <a:srgbClr val="FFFFFF">
                  <a:alpha val="41961"/>
                </a:srgbClr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DF3CB3-7E0E-A5A8-5F65-E4DD8557EC0C}"/>
                </a:ext>
              </a:extLst>
            </p:cNvPr>
            <p:cNvSpPr txBox="1"/>
            <p:nvPr/>
          </p:nvSpPr>
          <p:spPr>
            <a:xfrm>
              <a:off x="906466" y="4315968"/>
              <a:ext cx="4567704" cy="676586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algn="ctr" eaLnBrk="0" hangingPunct="0"/>
              <a:r>
                <a:rPr lang="en-US" dirty="0"/>
                <a:t>Available elementary school GIS activities</a:t>
              </a:r>
              <a:endParaRPr lang="en-US" dirty="0">
                <a:ea typeface="+mn-ea"/>
                <a:cs typeface="+mn-cs"/>
              </a:endParaRPr>
            </a:p>
            <a:p>
              <a:pPr algn="ctr" eaLnBrk="0" hangingPunct="0"/>
              <a:r>
                <a:rPr lang="en-US" dirty="0">
                  <a:ea typeface="+mn-ea"/>
                  <a:cs typeface="+mn-cs"/>
                  <a:hlinkClick r:id="rId11"/>
                </a:rPr>
                <a:t>https://link.esri.com/uc26ed/elem</a:t>
              </a:r>
              <a:endParaRPr lang="en-US" dirty="0"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4AFBFD5-0BBE-0936-2112-4C74BEB9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3424908" y="4974336"/>
              <a:ext cx="1463040" cy="1463040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09B4F2-3D11-48C5-17A4-A9992DCA0399}"/>
                </a:ext>
              </a:extLst>
            </p:cNvPr>
            <p:cNvSpPr txBox="1"/>
            <p:nvPr/>
          </p:nvSpPr>
          <p:spPr>
            <a:xfrm>
              <a:off x="1170093" y="5198060"/>
              <a:ext cx="1727343" cy="910509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algn="l" eaLnBrk="0" hangingPunct="0"/>
              <a:r>
                <a:rPr lang="en-US" dirty="0">
                  <a:solidFill>
                    <a:schemeClr val="tx2">
                      <a:lumMod val="75000"/>
                    </a:schemeClr>
                  </a:solidFill>
                  <a:ea typeface="+mn-ea"/>
                  <a:cs typeface="+mn-cs"/>
                </a:rPr>
                <a:t>Get activities to guide children through.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45717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Esri_Corporate_Template-Dark">
  <a:themeElements>
    <a:clrScheme name="Esri 2023 with lt blue links">
      <a:dk1>
        <a:srgbClr val="000000"/>
      </a:dk1>
      <a:lt1>
        <a:srgbClr val="FFFFFF"/>
      </a:lt1>
      <a:dk2>
        <a:srgbClr val="007AC2"/>
      </a:dk2>
      <a:lt2>
        <a:srgbClr val="FFFF96"/>
      </a:lt2>
      <a:accent1>
        <a:srgbClr val="35AC46"/>
      </a:accent1>
      <a:accent2>
        <a:srgbClr val="AAD04B"/>
      </a:accent2>
      <a:accent3>
        <a:srgbClr val="F89927"/>
      </a:accent3>
      <a:accent4>
        <a:srgbClr val="00B9F2"/>
      </a:accent4>
      <a:accent5>
        <a:srgbClr val="8E499B"/>
      </a:accent5>
      <a:accent6>
        <a:srgbClr val="BE9969"/>
      </a:accent6>
      <a:hlink>
        <a:srgbClr val="C0E8FF"/>
      </a:hlink>
      <a:folHlink>
        <a:srgbClr val="81D0FF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ABF5"/>
        </a:solidFill>
        <a:ln w="19050">
          <a:solidFill>
            <a:srgbClr val="FFFFFF">
              <a:alpha val="41961"/>
            </a:srgbClr>
          </a:solidFill>
          <a:miter lim="800000"/>
          <a:headEnd type="none" w="med" len="med"/>
          <a:tailEnd type="none" w="med" len="med"/>
        </a:ln>
        <a:effectLst/>
      </a:spPr>
      <a:bodyPr vert="horz" wrap="square" lIns="0" tIns="0" rIns="0" bIns="0" numCol="1" rtlCol="0" anchor="ctr" anchorCtr="1" compatLnSpc="1">
        <a:prstTxWarp prst="textNoShape">
          <a:avLst/>
        </a:prstTxWarp>
        <a:noAutofit/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dirty="0">
            <a:solidFill>
              <a:prstClr val="white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50800" cap="flat" cmpd="sng" algn="ctr">
          <a:solidFill>
            <a:srgbClr val="00B0F0"/>
          </a:solidFill>
          <a:prstDash val="solid"/>
          <a:round/>
          <a:headEnd type="none" w="med" len="med"/>
          <a:tailEnd type="none"/>
        </a:ln>
        <a:effectLst>
          <a:outerShdw blurRad="25400" algn="ctr" rotWithShape="0">
            <a:schemeClr val="accent4">
              <a:lumMod val="20000"/>
              <a:lumOff val="80000"/>
              <a:alpha val="41000"/>
            </a:schemeClr>
          </a:outerShdw>
        </a:effectLst>
      </a:spPr>
      <a:bodyPr/>
      <a:lstStyle/>
    </a:lnDef>
    <a:txDef>
      <a:spPr>
        <a:noFill/>
        <a:effectLst/>
      </a:spPr>
      <a:bodyPr wrap="none" lIns="0" tIns="0" rIns="0" bIns="0" rtlCol="0">
        <a:noAutofit/>
      </a:bodyPr>
      <a:lstStyle>
        <a:defPPr algn="l" eaLnBrk="0" hangingPunct="0">
          <a:defRPr sz="1400" dirty="0" err="1" smtClean="0"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sri-Corporate-Template-Dark.pptx" id="{2849481B-1D3E-D149-B421-48D6D1583BF4}" vid="{60C00BA4-AC3C-3D4D-98A4-97CACE28F04A}"/>
    </a:ext>
  </a:extLst>
</a:theme>
</file>

<file path=ppt/theme/theme2.xml><?xml version="1.0" encoding="utf-8"?>
<a:theme xmlns:a="http://schemas.openxmlformats.org/drawingml/2006/main" name="Office Theme">
  <a:themeElements>
    <a:clrScheme name="Esri Branding Colors 2013_Blue Background">
      <a:dk1>
        <a:sysClr val="windowText" lastClr="000000"/>
      </a:dk1>
      <a:lt1>
        <a:sysClr val="window" lastClr="FFFFFF"/>
      </a:lt1>
      <a:dk2>
        <a:srgbClr val="007AC2"/>
      </a:dk2>
      <a:lt2>
        <a:srgbClr val="FFFF96"/>
      </a:lt2>
      <a:accent1>
        <a:srgbClr val="35AC46"/>
      </a:accent1>
      <a:accent2>
        <a:srgbClr val="AAD04B"/>
      </a:accent2>
      <a:accent3>
        <a:srgbClr val="F89927"/>
      </a:accent3>
      <a:accent4>
        <a:srgbClr val="00B9F2"/>
      </a:accent4>
      <a:accent5>
        <a:srgbClr val="8E499B"/>
      </a:accent5>
      <a:accent6>
        <a:srgbClr val="BE9969"/>
      </a:accent6>
      <a:hlink>
        <a:srgbClr val="C9F2FF"/>
      </a:hlink>
      <a:folHlink>
        <a:srgbClr val="94E6FF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Esri Branding Colors 2013_Blue Background">
      <a:dk1>
        <a:sysClr val="windowText" lastClr="000000"/>
      </a:dk1>
      <a:lt1>
        <a:sysClr val="window" lastClr="FFFFFF"/>
      </a:lt1>
      <a:dk2>
        <a:srgbClr val="007AC2"/>
      </a:dk2>
      <a:lt2>
        <a:srgbClr val="FFFF96"/>
      </a:lt2>
      <a:accent1>
        <a:srgbClr val="35AC46"/>
      </a:accent1>
      <a:accent2>
        <a:srgbClr val="AAD04B"/>
      </a:accent2>
      <a:accent3>
        <a:srgbClr val="F89927"/>
      </a:accent3>
      <a:accent4>
        <a:srgbClr val="00B9F2"/>
      </a:accent4>
      <a:accent5>
        <a:srgbClr val="8E499B"/>
      </a:accent5>
      <a:accent6>
        <a:srgbClr val="BE9969"/>
      </a:accent6>
      <a:hlink>
        <a:srgbClr val="C9F2FF"/>
      </a:hlink>
      <a:folHlink>
        <a:srgbClr val="94E6FF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2F19DF-D984-D24D-9D99-C01191070D67}">
  <we:reference id="eabe5385-62b0-465a-932e-5d906dc6f4ba" version="0.0.3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item1.xml><?xml version="1.0" encoding="utf-8"?>
<EsriMapsInfo xmlns="ESRI.ArcGIS.Mapping.OfficeIntegration.PowerPointInfo">
  <Version>Version1</Version>
  <RequiresSignIn>False</RequiresSignIn>
</EsriMapsInfo>
</file>

<file path=customXml/item2.xml><?xml version="1.0" encoding="utf-8"?>
<EsriMapsInfo xmlns="ESRI.ArcGIS.Mapping.OfficeIntegration.PowerPointInfo">
  <Version>Version1</Version>
  <RequiresSignIn>False</RequiresSignIn>
</EsriMapsInfo>
</file>

<file path=customXml/item3.xml><?xml version="1.0" encoding="utf-8"?>
<EsriMapsInfo xmlns="ESRI.ArcGIS.Mapping.OfficeIntegration.PowerPointInfo">
  <Version>Version1</Version>
  <RequiresSignIn>False</RequiresSignIn>
</EsriMapsInfo>
</file>

<file path=customXml/item4.xml><?xml version="1.0" encoding="utf-8"?>
<EsriMapsInfo xmlns="ESRI.ArcGIS.Mapping.OfficeIntegration.PowerPointInfo">
  <Version>Version1</Version>
  <RequiresSignIn>False</RequiresSignIn>
</EsriMapsInfo>
</file>

<file path=customXml/item5.xml><?xml version="1.0" encoding="utf-8"?>
<EsriMapsInfo xmlns="ESRI.ArcGIS.Mapping.OfficeIntegration.PowerPointInfo">
  <Version>Version1</Version>
  <RequiresSignIn>False</RequiresSignIn>
</EsriMapsInfo>
</file>

<file path=customXml/item6.xml><?xml version="1.0" encoding="utf-8"?>
<EsriMapsInfo xmlns="ESRI.ArcGIS.Mapping.OfficeIntegration.PowerPointInfo">
  <Version>Version1</Version>
  <RequiresSignIn>False</RequiresSignIn>
</EsriMapsInfo>
</file>

<file path=customXml/item7.xml><?xml version="1.0" encoding="utf-8"?>
<EsriMapsInfo xmlns="ESRI.ArcGIS.Mapping.OfficeIntegration.PowerPointInfo">
  <Version>Version1</Version>
  <RequiresSignIn>False</RequiresSignIn>
</EsriMapsInfo>
</file>

<file path=customXml/item8.xml><?xml version="1.0" encoding="utf-8"?>
<EsriMapsInfo xmlns="ESRI.ArcGIS.Mapping.OfficeIntegration.PowerPointInfo">
  <Version>Version1</Version>
  <RequiresSignIn>False</RequiresSignIn>
</EsriMapsInfo>
</file>

<file path=customXml/item9.xml><?xml version="1.0" encoding="utf-8"?>
<EsriMapsInfo xmlns="ESRI.ArcGIS.Mapping.OfficeIntegration.PowerPointInfo">
  <Version>Version1</Version>
  <RequiresSignIn>False</RequiresSignIn>
</EsriMapsInfo>
</file>

<file path=customXml/item10.xml><?xml version="1.0" encoding="utf-8"?>
<EsriMapsInfo xmlns="ESRI.ArcGIS.Mapping.OfficeIntegration.PowerPointInfo">
  <Version>Version1</Version>
  <RequiresSignIn>False</RequiresSignIn>
</EsriMapsInfo>
</file>

<file path=customXml/item11.xml><?xml version="1.0" encoding="utf-8"?>
<EsriMapsInfo xmlns="ESRI.ArcGIS.Mapping.OfficeIntegration.PowerPointInfo">
  <Version>Version1</Version>
  <RequiresSignIn>False</RequiresSignIn>
</EsriMapsInfo>
</file>

<file path=customXml/item12.xml><?xml version="1.0" encoding="utf-8"?>
<EsriMapsInfo xmlns="ESRI.ArcGIS.Mapping.OfficeIntegration.PowerPointInfo">
  <Version>Version1</Version>
  <RequiresSignIn>False</RequiresSignIn>
</EsriMapsInfo>
</file>

<file path=customXml/item13.xml><?xml version="1.0" encoding="utf-8"?>
<EsriMapsInfo xmlns="ESRI.ArcGIS.Mapping.OfficeIntegration.PowerPointInfo">
  <Version>Version1</Version>
  <RequiresSignIn>False</RequiresSignIn>
</EsriMapsInfo>
</file>

<file path=customXml/item14.xml><?xml version="1.0" encoding="utf-8"?>
<EsriMapsInfo xmlns="ESRI.ArcGIS.Mapping.OfficeIntegration.PowerPointInfo">
  <Version>Version1</Version>
  <RequiresSignIn>False</RequiresSignIn>
</EsriMapsInfo>
</file>

<file path=customXml/item15.xml><?xml version="1.0" encoding="utf-8"?>
<EsriMapsInfo xmlns="ESRI.ArcGIS.Mapping.OfficeIntegration.PowerPointInfo">
  <Version>Version1</Version>
  <RequiresSignIn>False</RequiresSignIn>
</EsriMapsInfo>
</file>

<file path=customXml/item16.xml><?xml version="1.0" encoding="utf-8"?>
<EsriMapsInfo xmlns="ESRI.ArcGIS.Mapping.OfficeIntegration.PowerPointInfo">
  <Version>Version1</Version>
  <RequiresSignIn>False</RequiresSignIn>
</EsriMapsInfo>
</file>

<file path=customXml/item17.xml><?xml version="1.0" encoding="utf-8"?>
<EsriMapsInfo xmlns="ESRI.ArcGIS.Mapping.OfficeIntegration.PowerPointInfo">
  <Version>Version1</Version>
  <RequiresSignIn>False</RequiresSignIn>
</EsriMapsInfo>
</file>

<file path=customXml/item18.xml><?xml version="1.0" encoding="utf-8"?>
<EsriMapsInfo xmlns="ESRI.ArcGIS.Mapping.OfficeIntegration.PowerPointInfo">
  <Version>Version1</Version>
  <RequiresSignIn>False</RequiresSignIn>
</EsriMapsInfo>
</file>

<file path=customXml/item19.xml><?xml version="1.0" encoding="utf-8"?>
<EsriMapsInfo xmlns="ESRI.ArcGIS.Mapping.OfficeIntegration.PowerPointInfo">
  <Version>Version1</Version>
  <RequiresSignIn>False</RequiresSignIn>
</EsriMapsInfo>
</file>

<file path=customXml/item20.xml><?xml version="1.0" encoding="utf-8"?>
<EsriMapsInfo xmlns="ESRI.ArcGIS.Mapping.OfficeIntegration.PowerPointInfo">
  <Version>Version1</Version>
  <RequiresSignIn>False</RequiresSignIn>
</EsriMapsInfo>
</file>

<file path=customXml/item21.xml><?xml version="1.0" encoding="utf-8"?>
<EsriMapsInfo xmlns="ESRI.ArcGIS.Mapping.OfficeIntegration.PowerPointInfo">
  <Version>Version1</Version>
  <RequiresSignIn>False</RequiresSignIn>
</EsriMapsInfo>
</file>

<file path=customXml/item22.xml><?xml version="1.0" encoding="utf-8"?>
<EsriMapsInfo xmlns="ESRI.ArcGIS.Mapping.OfficeIntegration.PowerPointInfo">
  <Version>Version1</Version>
  <RequiresSignIn>False</RequiresSignIn>
</EsriMapsInfo>
</file>

<file path=customXml/item23.xml><?xml version="1.0" encoding="utf-8"?>
<EsriMapsInfo xmlns="ESRI.ArcGIS.Mapping.OfficeIntegration.PowerPointInfo">
  <Version>Version1</Version>
  <RequiresSignIn>False</RequiresSignIn>
</EsriMapsInfo>
</file>

<file path=customXml/item24.xml><?xml version="1.0" encoding="utf-8"?>
<EsriMapsInfo xmlns="ESRI.ArcGIS.Mapping.OfficeIntegration.PowerPointInfo">
  <Version>Version1</Version>
  <RequiresSignIn>False</RequiresSignIn>
</EsriMapsInfo>
</file>

<file path=customXml/item25.xml><?xml version="1.0" encoding="utf-8"?>
<EsriMapsInfo xmlns="ESRI.ArcGIS.Mapping.OfficeIntegration.PowerPointInfo">
  <Version>Version1</Version>
  <RequiresSignIn>False</RequiresSignIn>
</EsriMapsInfo>
</file>

<file path=customXml/item26.xml><?xml version="1.0" encoding="utf-8"?>
<EsriMapsInfo xmlns="ESRI.ArcGIS.Mapping.OfficeIntegration.PowerPointInfo">
  <Version>Version1</Version>
  <RequiresSignIn>False</RequiresSignIn>
</EsriMapsInfo>
</file>

<file path=customXml/item27.xml><?xml version="1.0" encoding="utf-8"?>
<EsriMapsInfo xmlns="ESRI.ArcGIS.Mapping.OfficeIntegration.PowerPointInfo">
  <Version>Version1</Version>
  <RequiresSignIn>False</RequiresSignIn>
</EsriMapsInfo>
</file>

<file path=customXml/item28.xml><?xml version="1.0" encoding="utf-8"?>
<EsriMapsInfo xmlns="ESRI.ArcGIS.Mapping.OfficeIntegration.PowerPointInfo">
  <Version>Version1</Version>
  <RequiresSignIn>False</RequiresSignIn>
</EsriMapsInfo>
</file>

<file path=customXml/item29.xml><?xml version="1.0" encoding="utf-8"?>
<EsriMapsInfo xmlns="ESRI.ArcGIS.Mapping.OfficeIntegration.PowerPointInfo">
  <Version>Version1</Version>
  <RequiresSignIn>False</RequiresSignIn>
</EsriMapsInfo>
</file>

<file path=customXml/item3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1f307e-591f-4b83-ae4c-d2901d3f95ad" xsi:nil="true"/>
    <lcf76f155ced4ddcb4097134ff3c332f xmlns="d7b946b7-48c9-4970-9b8c-d25b71f14c1e">
      <Terms xmlns="http://schemas.microsoft.com/office/infopath/2007/PartnerControls"/>
    </lcf76f155ced4ddcb4097134ff3c332f>
  </documentManagement>
</p:properties>
</file>

<file path=customXml/item31.xml><?xml version="1.0" encoding="utf-8"?>
<EsriMapsInfo xmlns="ESRI.ArcGIS.Mapping.OfficeIntegration.PowerPointInfo">
  <Version>Version1</Version>
  <RequiresSignIn>False</RequiresSignIn>
</EsriMapsInfo>
</file>

<file path=customXml/item32.xml><?xml version="1.0" encoding="utf-8"?>
<EsriMapsInfo xmlns="ESRI.ArcGIS.Mapping.OfficeIntegration.PowerPointInfo">
  <Version>Version1</Version>
  <RequiresSignIn>False</RequiresSignIn>
</EsriMapsInfo>
</file>

<file path=customXml/item33.xml><?xml version="1.0" encoding="utf-8"?>
<EsriMapsInfo xmlns="ESRI.ArcGIS.Mapping.OfficeIntegration.PowerPointInfo">
  <Version>Version1</Version>
  <RequiresSignIn>False</RequiresSignIn>
</EsriMapsInfo>
</file>

<file path=customXml/item34.xml><?xml version="1.0" encoding="utf-8"?>
<EsriMapsInfo xmlns="ESRI.ArcGIS.Mapping.OfficeIntegration.PowerPointInfo">
  <Version>Version1</Version>
  <RequiresSignIn>False</RequiresSignIn>
</EsriMapsInfo>
</file>

<file path=customXml/item35.xml><?xml version="1.0" encoding="utf-8"?>
<EsriMapsInfo xmlns="ESRI.ArcGIS.Mapping.OfficeIntegration.PowerPointInfo">
  <Version>Version1</Version>
  <RequiresSignIn>False</RequiresSignIn>
</EsriMapsInfo>
</file>

<file path=customXml/item36.xml><?xml version="1.0" encoding="utf-8"?>
<EsriMapsInfo xmlns="ESRI.ArcGIS.Mapping.OfficeIntegration.PowerPointInfo">
  <Version>Version1</Version>
  <RequiresSignIn>False</RequiresSignIn>
</EsriMapsInfo>
</file>

<file path=customXml/item37.xml><?xml version="1.0" encoding="utf-8"?>
<EsriMapsInfo xmlns="ESRI.ArcGIS.Mapping.OfficeIntegration.PowerPointInfo">
  <Version>Version1</Version>
  <RequiresSignIn>False</RequiresSignIn>
</EsriMapsInfo>
</file>

<file path=customXml/item38.xml><?xml version="1.0" encoding="utf-8"?>
<EsriMapsInfo xmlns="ESRI.ArcGIS.Mapping.OfficeIntegration.PowerPointInfo">
  <Version>Version1</Version>
  <RequiresSignIn>False</RequiresSignIn>
</EsriMapsInfo>
</file>

<file path=customXml/item39.xml><?xml version="1.0" encoding="utf-8"?>
<EsriMapsInfo xmlns="ESRI.ArcGIS.Mapping.OfficeIntegration.PowerPointInfo">
  <Version>Version1</Version>
  <RequiresSignIn>False</RequiresSignIn>
</EsriMapsInfo>
</file>

<file path=customXml/item40.xml><?xml version="1.0" encoding="utf-8"?>
<EsriMapsInfo xmlns="ESRI.ArcGIS.Mapping.OfficeIntegration.PowerPointInfo">
  <Version>Version1</Version>
  <RequiresSignIn>False</RequiresSignIn>
</EsriMapsInfo>
</file>

<file path=customXml/item41.xml><?xml version="1.0" encoding="utf-8"?>
<EsriMapsInfo xmlns="ESRI.ArcGIS.Mapping.OfficeIntegration.PowerPointInfo">
  <Version>Version1</Version>
  <RequiresSignIn>False</RequiresSignIn>
</EsriMapsInfo>
</file>

<file path=customXml/item42.xml><?xml version="1.0" encoding="utf-8"?>
<EsriMapsInfo xmlns="ESRI.ArcGIS.Mapping.OfficeIntegration.PowerPointInfo">
  <Version>Version1</Version>
  <RequiresSignIn>False</RequiresSignIn>
</EsriMapsInfo>
</file>

<file path=customXml/item43.xml><?xml version="1.0" encoding="utf-8"?>
<EsriMapsInfo xmlns="ESRI.ArcGIS.Mapping.OfficeIntegration.PowerPointInfo">
  <Version>Version1</Version>
  <RequiresSignIn>False</RequiresSignIn>
</EsriMapsInfo>
</file>

<file path=customXml/item44.xml><?xml version="1.0" encoding="utf-8"?>
<EsriMapsInfo xmlns="ESRI.ArcGIS.Mapping.OfficeIntegration.PowerPointInfo">
  <Version>Version1</Version>
  <RequiresSignIn>False</RequiresSignIn>
</EsriMapsInfo>
</file>

<file path=customXml/item45.xml><?xml version="1.0" encoding="utf-8"?>
<EsriMapsInfo xmlns="ESRI.ArcGIS.Mapping.OfficeIntegration.PowerPointInfo">
  <Version>Version1</Version>
  <RequiresSignIn>False</RequiresSignIn>
</EsriMapsInfo>
</file>

<file path=customXml/item46.xml><?xml version="1.0" encoding="utf-8"?>
<EsriMapsInfo xmlns="ESRI.ArcGIS.Mapping.OfficeIntegration.PowerPointInfo">
  <Version>Version1</Version>
  <RequiresSignIn>False</RequiresSignIn>
</EsriMapsInfo>
</file>

<file path=customXml/item47.xml><?xml version="1.0" encoding="utf-8"?>
<EsriMapsInfo xmlns="ESRI.ArcGIS.Mapping.OfficeIntegration.PowerPointInfo">
  <Version>Version1</Version>
  <RequiresSignIn>False</RequiresSignIn>
</EsriMapsInfo>
</file>

<file path=customXml/item48.xml><?xml version="1.0" encoding="utf-8"?>
<EsriMapsInfo xmlns="ESRI.ArcGIS.Mapping.OfficeIntegration.PowerPointInfo">
  <Version>Version1</Version>
  <RequiresSignIn>False</RequiresSignIn>
</EsriMapsInfo>
</file>

<file path=customXml/item49.xml><?xml version="1.0" encoding="utf-8"?>
<EsriMapsInfo xmlns="ESRI.ArcGIS.Mapping.OfficeIntegration.PowerPointInfo">
  <Version>Version1</Version>
  <RequiresSignIn>False</RequiresSignIn>
</EsriMapsInfo>
</file>

<file path=customXml/item50.xml><?xml version="1.0" encoding="utf-8"?>
<EsriMapsInfo xmlns="ESRI.ArcGIS.Mapping.OfficeIntegration.PowerPointInfo">
  <Version>Version1</Version>
  <RequiresSignIn>False</RequiresSignIn>
</EsriMapsInfo>
</file>

<file path=customXml/item51.xml><?xml version="1.0" encoding="utf-8"?>
<EsriMapsInfo xmlns="ESRI.ArcGIS.Mapping.OfficeIntegration.PowerPointInfo">
  <Version>Version1</Version>
  <RequiresSignIn>False</RequiresSignIn>
</EsriMapsInfo>
</file>

<file path=customXml/item5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3.xml><?xml version="1.0" encoding="utf-8"?>
<EsriMapsInfo xmlns="ESRI.ArcGIS.Mapping.OfficeIntegration.PowerPointInfo">
  <Version>Version1</Version>
  <RequiresSignIn>False</RequiresSignIn>
</EsriMapsInfo>
</file>

<file path=customXml/item5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2F21E6A5B08344A4149B6C95A6E738" ma:contentTypeVersion="19" ma:contentTypeDescription="Create a new document." ma:contentTypeScope="" ma:versionID="477b44ed0409bb6edb754df916d61ea4">
  <xsd:schema xmlns:xsd="http://www.w3.org/2001/XMLSchema" xmlns:xs="http://www.w3.org/2001/XMLSchema" xmlns:p="http://schemas.microsoft.com/office/2006/metadata/properties" xmlns:ns2="d7b946b7-48c9-4970-9b8c-d25b71f14c1e" xmlns:ns3="3c1f307e-591f-4b83-ae4c-d2901d3f95ad" targetNamespace="http://schemas.microsoft.com/office/2006/metadata/properties" ma:root="true" ma:fieldsID="4d3b0ed5de517694b55174a34029d3bf" ns2:_="" ns3:_="">
    <xsd:import namespace="d7b946b7-48c9-4970-9b8c-d25b71f14c1e"/>
    <xsd:import namespace="3c1f307e-591f-4b83-ae4c-d2901d3f95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946b7-48c9-4970-9b8c-d25b71f14c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373b550-10be-49fa-a249-6a5a55e59e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f307e-591f-4b83-ae4c-d2901d3f95a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f8ec825-ccd2-4d5c-911a-e7c3329dde1f}" ma:internalName="TaxCatchAll" ma:showField="CatchAllData" ma:web="3c1f307e-591f-4b83-ae4c-d2901d3f95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5.xml><?xml version="1.0" encoding="utf-8"?>
<EsriMapsInfo xmlns="ESRI.ArcGIS.Mapping.OfficeIntegration.PowerPointInfo">
  <Version>Version1</Version>
  <RequiresSignIn>False</RequiresSignIn>
</EsriMapsInfo>
</file>

<file path=customXml/item56.xml><?xml version="1.0" encoding="utf-8"?>
<EsriMapsInfo xmlns="ESRI.ArcGIS.Mapping.OfficeIntegration.PowerPointInfo">
  <Version>Version1</Version>
  <RequiresSignIn>False</RequiresSignIn>
</EsriMapsInfo>
</file>

<file path=customXml/item57.xml><?xml version="1.0" encoding="utf-8"?>
<EsriMapsInfo xmlns="ESRI.ArcGIS.Mapping.OfficeIntegration.PowerPointInfo">
  <Version>Version1</Version>
  <RequiresSignIn>False</RequiresSignIn>
</EsriMapsInfo>
</file>

<file path=customXml/item58.xml><?xml version="1.0" encoding="utf-8"?>
<EsriMapsInfo xmlns="ESRI.ArcGIS.Mapping.OfficeIntegration.PowerPointInfo">
  <Version>Version1</Version>
  <RequiresSignIn>False</RequiresSignIn>
</EsriMapsInfo>
</file>

<file path=customXml/item59.xml><?xml version="1.0" encoding="utf-8"?>
<EsriMapsInfo xmlns="ESRI.ArcGIS.Mapping.OfficeIntegration.PowerPointInfo">
  <Version>Version1</Version>
  <RequiresSignIn>False</RequiresSignIn>
</EsriMapsInfo>
</file>

<file path=customXml/item60.xml><?xml version="1.0" encoding="utf-8"?>
<EsriMapsInfo xmlns="ESRI.ArcGIS.Mapping.OfficeIntegration.PowerPointInfo">
  <Version>Version1</Version>
  <RequiresSignIn>False</RequiresSignIn>
</EsriMapsInfo>
</file>

<file path=customXml/item61.xml><?xml version="1.0" encoding="utf-8"?>
<EsriMapsInfo xmlns="ESRI.ArcGIS.Mapping.OfficeIntegration.PowerPointInfo">
  <Version>Version1</Version>
  <RequiresSignIn>False</RequiresSignIn>
</EsriMapsInfo>
</file>

<file path=customXml/item62.xml><?xml version="1.0" encoding="utf-8"?>
<EsriMapsInfo xmlns="ESRI.ArcGIS.Mapping.OfficeIntegration.PowerPointInfo">
  <Version>Version1</Version>
  <RequiresSignIn>False</RequiresSignIn>
</EsriMapsInfo>
</file>

<file path=customXml/item63.xml><?xml version="1.0" encoding="utf-8"?>
<EsriMapsInfo xmlns="ESRI.ArcGIS.Mapping.OfficeIntegration.PowerPointInfo">
  <Version>Version1</Version>
  <RequiresSignIn>False</RequiresSignIn>
</EsriMapsInfo>
</file>

<file path=customXml/item64.xml><?xml version="1.0" encoding="utf-8"?>
<EsriMapsInfo xmlns="ESRI.ArcGIS.Mapping.OfficeIntegration.PowerPointInfo">
  <Version>Version1</Version>
  <RequiresSignIn>False</RequiresSignIn>
</EsriMapsInfo>
</file>

<file path=customXml/item65.xml><?xml version="1.0" encoding="utf-8"?>
<EsriMapsInfo xmlns="ESRI.ArcGIS.Mapping.OfficeIntegration.PowerPointInfo">
  <Version>Version1</Version>
  <RequiresSignIn>False</RequiresSignIn>
</EsriMapsInfo>
</file>

<file path=customXml/itemProps1.xml><?xml version="1.0" encoding="utf-8"?>
<ds:datastoreItem xmlns:ds="http://schemas.openxmlformats.org/officeDocument/2006/customXml" ds:itemID="{AE5A340C-916E-449C-AA30-CD41B151A0D4}">
  <ds:schemaRefs>
    <ds:schemaRef ds:uri="ESRI.ArcGIS.Mapping.OfficeIntegration.PowerPointInfo"/>
  </ds:schemaRefs>
</ds:datastoreItem>
</file>

<file path=customXml/itemProps2.xml><?xml version="1.0" encoding="utf-8"?>
<ds:datastoreItem xmlns:ds="http://schemas.openxmlformats.org/officeDocument/2006/customXml" ds:itemID="{22A42D4B-0AAE-44C9-A2EF-48BDE1C5260A}">
  <ds:schemaRefs>
    <ds:schemaRef ds:uri="ESRI.ArcGIS.Mapping.OfficeIntegration.PowerPointInfo"/>
  </ds:schemaRefs>
</ds:datastoreItem>
</file>

<file path=customXml/itemProps3.xml><?xml version="1.0" encoding="utf-8"?>
<ds:datastoreItem xmlns:ds="http://schemas.openxmlformats.org/officeDocument/2006/customXml" ds:itemID="{F29452FE-972E-43F8-B54C-969F4C69C00B}">
  <ds:schemaRefs>
    <ds:schemaRef ds:uri="ESRI.ArcGIS.Mapping.OfficeIntegration.PowerPointInfo"/>
  </ds:schemaRefs>
</ds:datastoreItem>
</file>

<file path=customXml/itemProps4.xml><?xml version="1.0" encoding="utf-8"?>
<ds:datastoreItem xmlns:ds="http://schemas.openxmlformats.org/officeDocument/2006/customXml" ds:itemID="{FB58F897-2A4D-4309-8E20-83FD28E6FE27}">
  <ds:schemaRefs>
    <ds:schemaRef ds:uri="ESRI.ArcGIS.Mapping.OfficeIntegration.PowerPointInfo"/>
  </ds:schemaRefs>
</ds:datastoreItem>
</file>

<file path=customXml/itemProps5.xml><?xml version="1.0" encoding="utf-8"?>
<ds:datastoreItem xmlns:ds="http://schemas.openxmlformats.org/officeDocument/2006/customXml" ds:itemID="{E5F80E3B-5636-41B2-898D-5D17189605B7}">
  <ds:schemaRefs>
    <ds:schemaRef ds:uri="ESRI.ArcGIS.Mapping.OfficeIntegration.PowerPointInfo"/>
  </ds:schemaRefs>
</ds:datastoreItem>
</file>

<file path=customXml/itemProps6.xml><?xml version="1.0" encoding="utf-8"?>
<ds:datastoreItem xmlns:ds="http://schemas.openxmlformats.org/officeDocument/2006/customXml" ds:itemID="{F6EFD530-1E3E-47B8-A55C-19EC63E3C655}">
  <ds:schemaRefs>
    <ds:schemaRef ds:uri="ESRI.ArcGIS.Mapping.OfficeIntegration.PowerPointInfo"/>
  </ds:schemaRefs>
</ds:datastoreItem>
</file>

<file path=customXml/itemProps7.xml><?xml version="1.0" encoding="utf-8"?>
<ds:datastoreItem xmlns:ds="http://schemas.openxmlformats.org/officeDocument/2006/customXml" ds:itemID="{E940B40D-12DB-4BFA-BBB6-2269FD71FF92}">
  <ds:schemaRefs>
    <ds:schemaRef ds:uri="ESRI.ArcGIS.Mapping.OfficeIntegration.PowerPointInfo"/>
  </ds:schemaRefs>
</ds:datastoreItem>
</file>

<file path=customXml/itemProps8.xml><?xml version="1.0" encoding="utf-8"?>
<ds:datastoreItem xmlns:ds="http://schemas.openxmlformats.org/officeDocument/2006/customXml" ds:itemID="{7A70D44C-B768-49FE-A70F-C6199D3EE9A7}">
  <ds:schemaRefs>
    <ds:schemaRef ds:uri="ESRI.ArcGIS.Mapping.OfficeIntegration.PowerPointInfo"/>
  </ds:schemaRefs>
</ds:datastoreItem>
</file>

<file path=customXml/itemProps9.xml><?xml version="1.0" encoding="utf-8"?>
<ds:datastoreItem xmlns:ds="http://schemas.openxmlformats.org/officeDocument/2006/customXml" ds:itemID="{33F5FE6F-FF86-471A-919E-6C74E3669390}">
  <ds:schemaRefs>
    <ds:schemaRef ds:uri="ESRI.ArcGIS.Mapping.OfficeIntegration.PowerPointInfo"/>
  </ds:schemaRefs>
</ds:datastoreItem>
</file>

<file path=customXml/itemProps10.xml><?xml version="1.0" encoding="utf-8"?>
<ds:datastoreItem xmlns:ds="http://schemas.openxmlformats.org/officeDocument/2006/customXml" ds:itemID="{A2D97EB6-C9B5-45C6-85A6-D4FE6E1D9856}">
  <ds:schemaRefs>
    <ds:schemaRef ds:uri="ESRI.ArcGIS.Mapping.OfficeIntegration.PowerPointInfo"/>
  </ds:schemaRefs>
</ds:datastoreItem>
</file>

<file path=customXml/itemProps11.xml><?xml version="1.0" encoding="utf-8"?>
<ds:datastoreItem xmlns:ds="http://schemas.openxmlformats.org/officeDocument/2006/customXml" ds:itemID="{A77C5B54-CA1C-4010-8D5D-ED406825EBB7}">
  <ds:schemaRefs>
    <ds:schemaRef ds:uri="ESRI.ArcGIS.Mapping.OfficeIntegration.PowerPointInfo"/>
  </ds:schemaRefs>
</ds:datastoreItem>
</file>

<file path=customXml/itemProps12.xml><?xml version="1.0" encoding="utf-8"?>
<ds:datastoreItem xmlns:ds="http://schemas.openxmlformats.org/officeDocument/2006/customXml" ds:itemID="{4617AF64-94DB-48BB-8BE2-3BCF6B12593F}">
  <ds:schemaRefs>
    <ds:schemaRef ds:uri="ESRI.ArcGIS.Mapping.OfficeIntegration.PowerPointInfo"/>
  </ds:schemaRefs>
</ds:datastoreItem>
</file>

<file path=customXml/itemProps13.xml><?xml version="1.0" encoding="utf-8"?>
<ds:datastoreItem xmlns:ds="http://schemas.openxmlformats.org/officeDocument/2006/customXml" ds:itemID="{C4AF463C-FA8B-436D-9853-3318650FDAB8}">
  <ds:schemaRefs>
    <ds:schemaRef ds:uri="ESRI.ArcGIS.Mapping.OfficeIntegration.PowerPointInfo"/>
  </ds:schemaRefs>
</ds:datastoreItem>
</file>

<file path=customXml/itemProps14.xml><?xml version="1.0" encoding="utf-8"?>
<ds:datastoreItem xmlns:ds="http://schemas.openxmlformats.org/officeDocument/2006/customXml" ds:itemID="{71658D62-F010-45F1-9326-EDC465FED48E}">
  <ds:schemaRefs>
    <ds:schemaRef ds:uri="ESRI.ArcGIS.Mapping.OfficeIntegration.PowerPointInfo"/>
  </ds:schemaRefs>
</ds:datastoreItem>
</file>

<file path=customXml/itemProps15.xml><?xml version="1.0" encoding="utf-8"?>
<ds:datastoreItem xmlns:ds="http://schemas.openxmlformats.org/officeDocument/2006/customXml" ds:itemID="{3E253610-1BBE-4C16-A1DA-4D6F07A3A74E}">
  <ds:schemaRefs>
    <ds:schemaRef ds:uri="ESRI.ArcGIS.Mapping.OfficeIntegration.PowerPointInfo"/>
  </ds:schemaRefs>
</ds:datastoreItem>
</file>

<file path=customXml/itemProps16.xml><?xml version="1.0" encoding="utf-8"?>
<ds:datastoreItem xmlns:ds="http://schemas.openxmlformats.org/officeDocument/2006/customXml" ds:itemID="{FDE85643-3216-4103-A1BD-63F5E1D42D73}">
  <ds:schemaRefs>
    <ds:schemaRef ds:uri="ESRI.ArcGIS.Mapping.OfficeIntegration.PowerPointInfo"/>
  </ds:schemaRefs>
</ds:datastoreItem>
</file>

<file path=customXml/itemProps17.xml><?xml version="1.0" encoding="utf-8"?>
<ds:datastoreItem xmlns:ds="http://schemas.openxmlformats.org/officeDocument/2006/customXml" ds:itemID="{9E56F111-9E55-4604-91C2-8352AE933430}">
  <ds:schemaRefs>
    <ds:schemaRef ds:uri="ESRI.ArcGIS.Mapping.OfficeIntegration.PowerPointInfo"/>
  </ds:schemaRefs>
</ds:datastoreItem>
</file>

<file path=customXml/itemProps18.xml><?xml version="1.0" encoding="utf-8"?>
<ds:datastoreItem xmlns:ds="http://schemas.openxmlformats.org/officeDocument/2006/customXml" ds:itemID="{10846DB9-88C0-41D7-ACE4-BEC3A7488A03}">
  <ds:schemaRefs>
    <ds:schemaRef ds:uri="ESRI.ArcGIS.Mapping.OfficeIntegration.PowerPointInfo"/>
  </ds:schemaRefs>
</ds:datastoreItem>
</file>

<file path=customXml/itemProps19.xml><?xml version="1.0" encoding="utf-8"?>
<ds:datastoreItem xmlns:ds="http://schemas.openxmlformats.org/officeDocument/2006/customXml" ds:itemID="{B7E6AAC2-10E8-4F0C-BCC5-34BD332F8972}">
  <ds:schemaRefs>
    <ds:schemaRef ds:uri="ESRI.ArcGIS.Mapping.OfficeIntegration.PowerPointInfo"/>
  </ds:schemaRefs>
</ds:datastoreItem>
</file>

<file path=customXml/itemProps20.xml><?xml version="1.0" encoding="utf-8"?>
<ds:datastoreItem xmlns:ds="http://schemas.openxmlformats.org/officeDocument/2006/customXml" ds:itemID="{2672FF5B-1ADC-45B0-9698-61421F5761E7}">
  <ds:schemaRefs>
    <ds:schemaRef ds:uri="ESRI.ArcGIS.Mapping.OfficeIntegration.PowerPointInfo"/>
  </ds:schemaRefs>
</ds:datastoreItem>
</file>

<file path=customXml/itemProps21.xml><?xml version="1.0" encoding="utf-8"?>
<ds:datastoreItem xmlns:ds="http://schemas.openxmlformats.org/officeDocument/2006/customXml" ds:itemID="{6D2D132B-596B-4D69-A43B-566EB6C10C03}">
  <ds:schemaRefs>
    <ds:schemaRef ds:uri="ESRI.ArcGIS.Mapping.OfficeIntegration.PowerPointInfo"/>
  </ds:schemaRefs>
</ds:datastoreItem>
</file>

<file path=customXml/itemProps22.xml><?xml version="1.0" encoding="utf-8"?>
<ds:datastoreItem xmlns:ds="http://schemas.openxmlformats.org/officeDocument/2006/customXml" ds:itemID="{C9037CA3-5499-457D-8238-F29CBEBDF143}">
  <ds:schemaRefs>
    <ds:schemaRef ds:uri="ESRI.ArcGIS.Mapping.OfficeIntegration.PowerPointInfo"/>
  </ds:schemaRefs>
</ds:datastoreItem>
</file>

<file path=customXml/itemProps23.xml><?xml version="1.0" encoding="utf-8"?>
<ds:datastoreItem xmlns:ds="http://schemas.openxmlformats.org/officeDocument/2006/customXml" ds:itemID="{DE4ACD9E-0233-451D-890D-5732E05DB574}">
  <ds:schemaRefs>
    <ds:schemaRef ds:uri="ESRI.ArcGIS.Mapping.OfficeIntegration.PowerPointInfo"/>
  </ds:schemaRefs>
</ds:datastoreItem>
</file>

<file path=customXml/itemProps24.xml><?xml version="1.0" encoding="utf-8"?>
<ds:datastoreItem xmlns:ds="http://schemas.openxmlformats.org/officeDocument/2006/customXml" ds:itemID="{EE9F405B-FE7A-4AB8-9CB8-9A75FBA69A95}">
  <ds:schemaRefs>
    <ds:schemaRef ds:uri="ESRI.ArcGIS.Mapping.OfficeIntegration.PowerPointInfo"/>
  </ds:schemaRefs>
</ds:datastoreItem>
</file>

<file path=customXml/itemProps25.xml><?xml version="1.0" encoding="utf-8"?>
<ds:datastoreItem xmlns:ds="http://schemas.openxmlformats.org/officeDocument/2006/customXml" ds:itemID="{94844715-80D4-4BDB-8DF0-52D9314E2485}">
  <ds:schemaRefs>
    <ds:schemaRef ds:uri="ESRI.ArcGIS.Mapping.OfficeIntegration.PowerPointInfo"/>
  </ds:schemaRefs>
</ds:datastoreItem>
</file>

<file path=customXml/itemProps26.xml><?xml version="1.0" encoding="utf-8"?>
<ds:datastoreItem xmlns:ds="http://schemas.openxmlformats.org/officeDocument/2006/customXml" ds:itemID="{DB399249-DB96-4601-9BA5-97791613CF3A}">
  <ds:schemaRefs>
    <ds:schemaRef ds:uri="ESRI.ArcGIS.Mapping.OfficeIntegration.PowerPointInfo"/>
  </ds:schemaRefs>
</ds:datastoreItem>
</file>

<file path=customXml/itemProps27.xml><?xml version="1.0" encoding="utf-8"?>
<ds:datastoreItem xmlns:ds="http://schemas.openxmlformats.org/officeDocument/2006/customXml" ds:itemID="{905F88FE-324F-4FBE-89BB-9CEE04D6CACF}">
  <ds:schemaRefs>
    <ds:schemaRef ds:uri="ESRI.ArcGIS.Mapping.OfficeIntegration.PowerPointInfo"/>
  </ds:schemaRefs>
</ds:datastoreItem>
</file>

<file path=customXml/itemProps28.xml><?xml version="1.0" encoding="utf-8"?>
<ds:datastoreItem xmlns:ds="http://schemas.openxmlformats.org/officeDocument/2006/customXml" ds:itemID="{C3102E66-5C5A-4AAF-9C94-24819091B61E}">
  <ds:schemaRefs>
    <ds:schemaRef ds:uri="ESRI.ArcGIS.Mapping.OfficeIntegration.PowerPointInfo"/>
  </ds:schemaRefs>
</ds:datastoreItem>
</file>

<file path=customXml/itemProps29.xml><?xml version="1.0" encoding="utf-8"?>
<ds:datastoreItem xmlns:ds="http://schemas.openxmlformats.org/officeDocument/2006/customXml" ds:itemID="{D32008F3-64AC-45EB-A05B-F6120AE62290}">
  <ds:schemaRefs>
    <ds:schemaRef ds:uri="ESRI.ArcGIS.Mapping.OfficeIntegration.PowerPointInfo"/>
  </ds:schemaRefs>
</ds:datastoreItem>
</file>

<file path=customXml/itemProps30.xml><?xml version="1.0" encoding="utf-8"?>
<ds:datastoreItem xmlns:ds="http://schemas.openxmlformats.org/officeDocument/2006/customXml" ds:itemID="{81E133DB-697E-4C10-B192-8899027B1EC6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d7b946b7-48c9-4970-9b8c-d25b71f14c1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3c1f307e-591f-4b83-ae4c-d2901d3f95ad"/>
    <ds:schemaRef ds:uri="http://www.w3.org/XML/1998/namespace"/>
    <ds:schemaRef ds:uri="http://purl.org/dc/terms/"/>
  </ds:schemaRefs>
</ds:datastoreItem>
</file>

<file path=customXml/itemProps31.xml><?xml version="1.0" encoding="utf-8"?>
<ds:datastoreItem xmlns:ds="http://schemas.openxmlformats.org/officeDocument/2006/customXml" ds:itemID="{AB25B40B-929A-4CD0-B9AB-7142442027B6}">
  <ds:schemaRefs>
    <ds:schemaRef ds:uri="ESRI.ArcGIS.Mapping.OfficeIntegration.PowerPointInfo"/>
  </ds:schemaRefs>
</ds:datastoreItem>
</file>

<file path=customXml/itemProps32.xml><?xml version="1.0" encoding="utf-8"?>
<ds:datastoreItem xmlns:ds="http://schemas.openxmlformats.org/officeDocument/2006/customXml" ds:itemID="{039A5E78-EC42-40DE-A05E-1C7FCA140310}">
  <ds:schemaRefs>
    <ds:schemaRef ds:uri="ESRI.ArcGIS.Mapping.OfficeIntegration.PowerPointInfo"/>
  </ds:schemaRefs>
</ds:datastoreItem>
</file>

<file path=customXml/itemProps33.xml><?xml version="1.0" encoding="utf-8"?>
<ds:datastoreItem xmlns:ds="http://schemas.openxmlformats.org/officeDocument/2006/customXml" ds:itemID="{DA46DABE-45F1-4E65-A939-497CB70F357D}">
  <ds:schemaRefs>
    <ds:schemaRef ds:uri="ESRI.ArcGIS.Mapping.OfficeIntegration.PowerPointInfo"/>
  </ds:schemaRefs>
</ds:datastoreItem>
</file>

<file path=customXml/itemProps34.xml><?xml version="1.0" encoding="utf-8"?>
<ds:datastoreItem xmlns:ds="http://schemas.openxmlformats.org/officeDocument/2006/customXml" ds:itemID="{16EF6D11-DC4F-410C-A4BF-DF081B432591}">
  <ds:schemaRefs>
    <ds:schemaRef ds:uri="ESRI.ArcGIS.Mapping.OfficeIntegration.PowerPointInfo"/>
  </ds:schemaRefs>
</ds:datastoreItem>
</file>

<file path=customXml/itemProps35.xml><?xml version="1.0" encoding="utf-8"?>
<ds:datastoreItem xmlns:ds="http://schemas.openxmlformats.org/officeDocument/2006/customXml" ds:itemID="{7684026F-E81F-4167-824A-3AA1BAEAE133}">
  <ds:schemaRefs>
    <ds:schemaRef ds:uri="ESRI.ArcGIS.Mapping.OfficeIntegration.PowerPointInfo"/>
  </ds:schemaRefs>
</ds:datastoreItem>
</file>

<file path=customXml/itemProps36.xml><?xml version="1.0" encoding="utf-8"?>
<ds:datastoreItem xmlns:ds="http://schemas.openxmlformats.org/officeDocument/2006/customXml" ds:itemID="{D4E2A01F-BEC1-4558-9AD1-A87ED70D910B}">
  <ds:schemaRefs>
    <ds:schemaRef ds:uri="ESRI.ArcGIS.Mapping.OfficeIntegration.PowerPointInfo"/>
  </ds:schemaRefs>
</ds:datastoreItem>
</file>

<file path=customXml/itemProps37.xml><?xml version="1.0" encoding="utf-8"?>
<ds:datastoreItem xmlns:ds="http://schemas.openxmlformats.org/officeDocument/2006/customXml" ds:itemID="{9E8787D6-C7B8-48EC-8C13-4069AE6320BD}">
  <ds:schemaRefs>
    <ds:schemaRef ds:uri="ESRI.ArcGIS.Mapping.OfficeIntegration.PowerPointInfo"/>
  </ds:schemaRefs>
</ds:datastoreItem>
</file>

<file path=customXml/itemProps38.xml><?xml version="1.0" encoding="utf-8"?>
<ds:datastoreItem xmlns:ds="http://schemas.openxmlformats.org/officeDocument/2006/customXml" ds:itemID="{C1BF2448-6CBA-44DB-9E22-BED59BA834DF}">
  <ds:schemaRefs>
    <ds:schemaRef ds:uri="ESRI.ArcGIS.Mapping.OfficeIntegration.PowerPointInfo"/>
  </ds:schemaRefs>
</ds:datastoreItem>
</file>

<file path=customXml/itemProps39.xml><?xml version="1.0" encoding="utf-8"?>
<ds:datastoreItem xmlns:ds="http://schemas.openxmlformats.org/officeDocument/2006/customXml" ds:itemID="{5B58CDD1-2BF6-415B-A256-DBBCC6A48D56}">
  <ds:schemaRefs>
    <ds:schemaRef ds:uri="ESRI.ArcGIS.Mapping.OfficeIntegration.PowerPointInfo"/>
  </ds:schemaRefs>
</ds:datastoreItem>
</file>

<file path=customXml/itemProps40.xml><?xml version="1.0" encoding="utf-8"?>
<ds:datastoreItem xmlns:ds="http://schemas.openxmlformats.org/officeDocument/2006/customXml" ds:itemID="{8EED6C1C-A455-42E4-8CBE-649F5A755068}">
  <ds:schemaRefs>
    <ds:schemaRef ds:uri="ESRI.ArcGIS.Mapping.OfficeIntegration.PowerPointInfo"/>
  </ds:schemaRefs>
</ds:datastoreItem>
</file>

<file path=customXml/itemProps41.xml><?xml version="1.0" encoding="utf-8"?>
<ds:datastoreItem xmlns:ds="http://schemas.openxmlformats.org/officeDocument/2006/customXml" ds:itemID="{328DCA66-548E-4424-83E1-09FFD45EE4B0}">
  <ds:schemaRefs>
    <ds:schemaRef ds:uri="ESRI.ArcGIS.Mapping.OfficeIntegration.PowerPointInfo"/>
  </ds:schemaRefs>
</ds:datastoreItem>
</file>

<file path=customXml/itemProps42.xml><?xml version="1.0" encoding="utf-8"?>
<ds:datastoreItem xmlns:ds="http://schemas.openxmlformats.org/officeDocument/2006/customXml" ds:itemID="{86B5FFB5-BF2F-45EA-BC75-C41726A8F251}">
  <ds:schemaRefs>
    <ds:schemaRef ds:uri="ESRI.ArcGIS.Mapping.OfficeIntegration.PowerPointInfo"/>
  </ds:schemaRefs>
</ds:datastoreItem>
</file>

<file path=customXml/itemProps43.xml><?xml version="1.0" encoding="utf-8"?>
<ds:datastoreItem xmlns:ds="http://schemas.openxmlformats.org/officeDocument/2006/customXml" ds:itemID="{998905D7-FE59-48DE-A74A-5B0009B7827F}">
  <ds:schemaRefs>
    <ds:schemaRef ds:uri="ESRI.ArcGIS.Mapping.OfficeIntegration.PowerPointInfo"/>
  </ds:schemaRefs>
</ds:datastoreItem>
</file>

<file path=customXml/itemProps44.xml><?xml version="1.0" encoding="utf-8"?>
<ds:datastoreItem xmlns:ds="http://schemas.openxmlformats.org/officeDocument/2006/customXml" ds:itemID="{53220D22-8257-492D-8F60-ECE474D7C478}">
  <ds:schemaRefs>
    <ds:schemaRef ds:uri="ESRI.ArcGIS.Mapping.OfficeIntegration.PowerPointInfo"/>
  </ds:schemaRefs>
</ds:datastoreItem>
</file>

<file path=customXml/itemProps45.xml><?xml version="1.0" encoding="utf-8"?>
<ds:datastoreItem xmlns:ds="http://schemas.openxmlformats.org/officeDocument/2006/customXml" ds:itemID="{5A1E471A-DB16-4174-9D85-6F159A344CDB}">
  <ds:schemaRefs>
    <ds:schemaRef ds:uri="ESRI.ArcGIS.Mapping.OfficeIntegration.PowerPointInfo"/>
  </ds:schemaRefs>
</ds:datastoreItem>
</file>

<file path=customXml/itemProps46.xml><?xml version="1.0" encoding="utf-8"?>
<ds:datastoreItem xmlns:ds="http://schemas.openxmlformats.org/officeDocument/2006/customXml" ds:itemID="{E559A846-F914-4753-A2DC-D33AFE44114C}">
  <ds:schemaRefs>
    <ds:schemaRef ds:uri="ESRI.ArcGIS.Mapping.OfficeIntegration.PowerPointInfo"/>
  </ds:schemaRefs>
</ds:datastoreItem>
</file>

<file path=customXml/itemProps47.xml><?xml version="1.0" encoding="utf-8"?>
<ds:datastoreItem xmlns:ds="http://schemas.openxmlformats.org/officeDocument/2006/customXml" ds:itemID="{2FE51124-E413-4DA5-9E06-A6EB32D0C127}">
  <ds:schemaRefs>
    <ds:schemaRef ds:uri="ESRI.ArcGIS.Mapping.OfficeIntegration.PowerPointInfo"/>
  </ds:schemaRefs>
</ds:datastoreItem>
</file>

<file path=customXml/itemProps48.xml><?xml version="1.0" encoding="utf-8"?>
<ds:datastoreItem xmlns:ds="http://schemas.openxmlformats.org/officeDocument/2006/customXml" ds:itemID="{2C9ABD96-756D-41D3-909F-6F7B4C6B6E1F}">
  <ds:schemaRefs>
    <ds:schemaRef ds:uri="ESRI.ArcGIS.Mapping.OfficeIntegration.PowerPointInfo"/>
  </ds:schemaRefs>
</ds:datastoreItem>
</file>

<file path=customXml/itemProps49.xml><?xml version="1.0" encoding="utf-8"?>
<ds:datastoreItem xmlns:ds="http://schemas.openxmlformats.org/officeDocument/2006/customXml" ds:itemID="{352E5095-9B98-4AF0-9861-BDC020ABBCFC}">
  <ds:schemaRefs>
    <ds:schemaRef ds:uri="ESRI.ArcGIS.Mapping.OfficeIntegration.PowerPointInfo"/>
  </ds:schemaRefs>
</ds:datastoreItem>
</file>

<file path=customXml/itemProps50.xml><?xml version="1.0" encoding="utf-8"?>
<ds:datastoreItem xmlns:ds="http://schemas.openxmlformats.org/officeDocument/2006/customXml" ds:itemID="{AC4EB402-C456-4A26-8A92-B48606FF9264}">
  <ds:schemaRefs>
    <ds:schemaRef ds:uri="ESRI.ArcGIS.Mapping.OfficeIntegration.PowerPointInfo"/>
  </ds:schemaRefs>
</ds:datastoreItem>
</file>

<file path=customXml/itemProps51.xml><?xml version="1.0" encoding="utf-8"?>
<ds:datastoreItem xmlns:ds="http://schemas.openxmlformats.org/officeDocument/2006/customXml" ds:itemID="{55235559-86B9-428B-8DAF-8EE6262226D5}">
  <ds:schemaRefs>
    <ds:schemaRef ds:uri="ESRI.ArcGIS.Mapping.OfficeIntegration.PowerPointInfo"/>
  </ds:schemaRefs>
</ds:datastoreItem>
</file>

<file path=customXml/itemProps52.xml><?xml version="1.0" encoding="utf-8"?>
<ds:datastoreItem xmlns:ds="http://schemas.openxmlformats.org/officeDocument/2006/customXml" ds:itemID="{E1A338E5-2E37-4973-87E6-4C02B0B7F460}">
  <ds:schemaRefs>
    <ds:schemaRef ds:uri="http://schemas.microsoft.com/sharepoint/v3/contenttype/forms"/>
  </ds:schemaRefs>
</ds:datastoreItem>
</file>

<file path=customXml/itemProps53.xml><?xml version="1.0" encoding="utf-8"?>
<ds:datastoreItem xmlns:ds="http://schemas.openxmlformats.org/officeDocument/2006/customXml" ds:itemID="{4ADFB73A-380D-41FC-8C37-7155886326FA}">
  <ds:schemaRefs>
    <ds:schemaRef ds:uri="ESRI.ArcGIS.Mapping.OfficeIntegration.PowerPointInfo"/>
  </ds:schemaRefs>
</ds:datastoreItem>
</file>

<file path=customXml/itemProps54.xml><?xml version="1.0" encoding="utf-8"?>
<ds:datastoreItem xmlns:ds="http://schemas.openxmlformats.org/officeDocument/2006/customXml" ds:itemID="{1690C162-D0EB-4F7C-969C-6407417A2B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b946b7-48c9-4970-9b8c-d25b71f14c1e"/>
    <ds:schemaRef ds:uri="3c1f307e-591f-4b83-ae4c-d2901d3f95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5.xml><?xml version="1.0" encoding="utf-8"?>
<ds:datastoreItem xmlns:ds="http://schemas.openxmlformats.org/officeDocument/2006/customXml" ds:itemID="{653D88A7-0F5E-41C5-A5C5-47DF37C594C5}">
  <ds:schemaRefs>
    <ds:schemaRef ds:uri="ESRI.ArcGIS.Mapping.OfficeIntegration.PowerPointInfo"/>
  </ds:schemaRefs>
</ds:datastoreItem>
</file>

<file path=customXml/itemProps56.xml><?xml version="1.0" encoding="utf-8"?>
<ds:datastoreItem xmlns:ds="http://schemas.openxmlformats.org/officeDocument/2006/customXml" ds:itemID="{18DF8D07-6137-4D85-8010-4650942E033A}">
  <ds:schemaRefs>
    <ds:schemaRef ds:uri="ESRI.ArcGIS.Mapping.OfficeIntegration.PowerPointInfo"/>
  </ds:schemaRefs>
</ds:datastoreItem>
</file>

<file path=customXml/itemProps57.xml><?xml version="1.0" encoding="utf-8"?>
<ds:datastoreItem xmlns:ds="http://schemas.openxmlformats.org/officeDocument/2006/customXml" ds:itemID="{EB8D7141-3508-4B4E-8051-37E3E4C09D17}">
  <ds:schemaRefs>
    <ds:schemaRef ds:uri="ESRI.ArcGIS.Mapping.OfficeIntegration.PowerPointInfo"/>
  </ds:schemaRefs>
</ds:datastoreItem>
</file>

<file path=customXml/itemProps58.xml><?xml version="1.0" encoding="utf-8"?>
<ds:datastoreItem xmlns:ds="http://schemas.openxmlformats.org/officeDocument/2006/customXml" ds:itemID="{9DC677B7-6D9E-42B7-AD1F-75D1804EAF7D}">
  <ds:schemaRefs>
    <ds:schemaRef ds:uri="ESRI.ArcGIS.Mapping.OfficeIntegration.PowerPointInfo"/>
  </ds:schemaRefs>
</ds:datastoreItem>
</file>

<file path=customXml/itemProps59.xml><?xml version="1.0" encoding="utf-8"?>
<ds:datastoreItem xmlns:ds="http://schemas.openxmlformats.org/officeDocument/2006/customXml" ds:itemID="{4ADFB689-BC87-4869-ADD0-8C3555150450}">
  <ds:schemaRefs>
    <ds:schemaRef ds:uri="ESRI.ArcGIS.Mapping.OfficeIntegration.PowerPointInfo"/>
  </ds:schemaRefs>
</ds:datastoreItem>
</file>

<file path=customXml/itemProps60.xml><?xml version="1.0" encoding="utf-8"?>
<ds:datastoreItem xmlns:ds="http://schemas.openxmlformats.org/officeDocument/2006/customXml" ds:itemID="{D6F15B81-7660-4E9F-B613-8AA4F84B6DA3}">
  <ds:schemaRefs>
    <ds:schemaRef ds:uri="ESRI.ArcGIS.Mapping.OfficeIntegration.PowerPointInfo"/>
  </ds:schemaRefs>
</ds:datastoreItem>
</file>

<file path=customXml/itemProps61.xml><?xml version="1.0" encoding="utf-8"?>
<ds:datastoreItem xmlns:ds="http://schemas.openxmlformats.org/officeDocument/2006/customXml" ds:itemID="{096117C4-1661-4D3B-B9F6-BC19E0F3E90B}">
  <ds:schemaRefs>
    <ds:schemaRef ds:uri="ESRI.ArcGIS.Mapping.OfficeIntegration.PowerPointInfo"/>
  </ds:schemaRefs>
</ds:datastoreItem>
</file>

<file path=customXml/itemProps62.xml><?xml version="1.0" encoding="utf-8"?>
<ds:datastoreItem xmlns:ds="http://schemas.openxmlformats.org/officeDocument/2006/customXml" ds:itemID="{612F64FD-E61D-43DE-A84B-8FC0DA8FC26C}">
  <ds:schemaRefs>
    <ds:schemaRef ds:uri="ESRI.ArcGIS.Mapping.OfficeIntegration.PowerPointInfo"/>
  </ds:schemaRefs>
</ds:datastoreItem>
</file>

<file path=customXml/itemProps63.xml><?xml version="1.0" encoding="utf-8"?>
<ds:datastoreItem xmlns:ds="http://schemas.openxmlformats.org/officeDocument/2006/customXml" ds:itemID="{B0302D17-5923-4CC0-9EB4-0E57930F5A8E}">
  <ds:schemaRefs>
    <ds:schemaRef ds:uri="ESRI.ArcGIS.Mapping.OfficeIntegration.PowerPointInfo"/>
  </ds:schemaRefs>
</ds:datastoreItem>
</file>

<file path=customXml/itemProps64.xml><?xml version="1.0" encoding="utf-8"?>
<ds:datastoreItem xmlns:ds="http://schemas.openxmlformats.org/officeDocument/2006/customXml" ds:itemID="{EF0D8C03-B10D-4D20-AC38-CA6799A7A314}">
  <ds:schemaRefs>
    <ds:schemaRef ds:uri="ESRI.ArcGIS.Mapping.OfficeIntegration.PowerPointInfo"/>
  </ds:schemaRefs>
</ds:datastoreItem>
</file>

<file path=customXml/itemProps65.xml><?xml version="1.0" encoding="utf-8"?>
<ds:datastoreItem xmlns:ds="http://schemas.openxmlformats.org/officeDocument/2006/customXml" ds:itemID="{76859AF2-E75C-459B-8657-EEEA80BC8153}">
  <ds:schemaRefs>
    <ds:schemaRef ds:uri="ESRI.ArcGIS.Mapping.OfficeIntegration.PowerPointInfo"/>
  </ds:schemaRefs>
</ds:datastoreItem>
</file>

<file path=docMetadata/LabelInfo.xml><?xml version="1.0" encoding="utf-8"?>
<clbl:labelList xmlns:clbl="http://schemas.microsoft.com/office/2020/mipLabelMetadata">
  <clbl:label id="{aee6e3c9-711e-4c7c-bd27-04f2307db20d}" enabled="0" method="" siteId="{aee6e3c9-711e-4c7c-bd27-04f2307db2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Esri_Corporate_Template-Dark</Template>
  <TotalTime>540</TotalTime>
  <Words>183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Lucida Grande</vt:lpstr>
      <vt:lpstr>Esri_Corporate_Template-Dark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Esri K-12 Education Program</dc:title>
  <dc:creator>Kyle Heinemann</dc:creator>
  <cp:lastModifiedBy>Kylie Donia</cp:lastModifiedBy>
  <cp:revision>62</cp:revision>
  <cp:lastPrinted>2021-08-10T23:54:02Z</cp:lastPrinted>
  <dcterms:created xsi:type="dcterms:W3CDTF">2023-09-08T14:16:35Z</dcterms:created>
  <dcterms:modified xsi:type="dcterms:W3CDTF">2026-06-11T20:17:13Z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0x010100792F21E6A5B08344A4149B6C95A6E738</vt:lpwstr>
  </property>
  <property fmtid="{D5CDD505-2E9C-101B-9397-08002B2CF9AE}" pid="3" name="Order">
    <vt:r8>898000</vt:r8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MediaServiceImageTags">
    <vt:lpwstr/>
  </property>
</Properties>
</file>